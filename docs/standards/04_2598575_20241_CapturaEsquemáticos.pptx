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6" r:id="rId8"/>
    <p:sldId id="267" r:id="rId9"/>
    <p:sldId id="268" r:id="rId10"/>
    <p:sldId id="269" r:id="rId11"/>
    <p:sldId id="270" r:id="rId12"/>
    <p:sldId id="271" r:id="rId13"/>
    <p:sldId id="262" r:id="rId14"/>
    <p:sldId id="277" r:id="rId15"/>
    <p:sldId id="278" r:id="rId16"/>
    <p:sldId id="279" r:id="rId17"/>
    <p:sldId id="280" r:id="rId18"/>
    <p:sldId id="281" r:id="rId19"/>
    <p:sldId id="265" r:id="rId20"/>
    <p:sldId id="273" r:id="rId21"/>
    <p:sldId id="274" r:id="rId22"/>
    <p:sldId id="275" r:id="rId23"/>
    <p:sldId id="263" r:id="rId24"/>
    <p:sldId id="264" r:id="rId2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64" d="100"/>
          <a:sy n="64" d="100"/>
        </p:scale>
        <p:origin x="954"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89ABA6-87D3-4AD0-9839-9469A351161E}" type="doc">
      <dgm:prSet loTypeId="urn:microsoft.com/office/officeart/2005/8/layout/hProcess9" loCatId="process" qsTypeId="urn:microsoft.com/office/officeart/2005/8/quickstyle/simple1" qsCatId="simple" csTypeId="urn:microsoft.com/office/officeart/2005/8/colors/colorful4" csCatId="colorful" phldr="1"/>
      <dgm:spPr/>
    </dgm:pt>
    <dgm:pt modelId="{6236C7B2-1B0F-4811-81FB-3C5CE214C02A}">
      <dgm:prSet phldrT="[Texto]"/>
      <dgm:spPr/>
      <dgm:t>
        <a:bodyPr/>
        <a:lstStyle/>
        <a:p>
          <a:r>
            <a:rPr lang="es-CO" dirty="0"/>
            <a:t>Encontrar y agregar componentes</a:t>
          </a:r>
        </a:p>
      </dgm:t>
    </dgm:pt>
    <dgm:pt modelId="{8A298125-45EA-44B4-873F-F3435B0450B7}" type="parTrans" cxnId="{C0D6D423-C0CA-4201-8774-9D78B43EB790}">
      <dgm:prSet/>
      <dgm:spPr/>
      <dgm:t>
        <a:bodyPr/>
        <a:lstStyle/>
        <a:p>
          <a:endParaRPr lang="es-CO"/>
        </a:p>
      </dgm:t>
    </dgm:pt>
    <dgm:pt modelId="{A97403FD-363B-4B3E-83B1-5B8099EA2D74}" type="sibTrans" cxnId="{C0D6D423-C0CA-4201-8774-9D78B43EB790}">
      <dgm:prSet/>
      <dgm:spPr/>
      <dgm:t>
        <a:bodyPr/>
        <a:lstStyle/>
        <a:p>
          <a:endParaRPr lang="es-CO"/>
        </a:p>
      </dgm:t>
    </dgm:pt>
    <dgm:pt modelId="{B73A91A7-1D97-4B75-ADA9-05A31DBFFF98}">
      <dgm:prSet phldrT="[Texto]"/>
      <dgm:spPr/>
      <dgm:t>
        <a:bodyPr/>
        <a:lstStyle/>
        <a:p>
          <a:r>
            <a:rPr lang="es-CO" dirty="0"/>
            <a:t>Conectar los componentes</a:t>
          </a:r>
        </a:p>
      </dgm:t>
    </dgm:pt>
    <dgm:pt modelId="{3184E603-FE88-4575-A917-A9E8512F457B}" type="parTrans" cxnId="{F0F1D26E-1C43-4903-A61A-20250195EB08}">
      <dgm:prSet/>
      <dgm:spPr/>
      <dgm:t>
        <a:bodyPr/>
        <a:lstStyle/>
        <a:p>
          <a:endParaRPr lang="es-CO"/>
        </a:p>
      </dgm:t>
    </dgm:pt>
    <dgm:pt modelId="{E273E071-5DD3-432E-BE1E-D880D6D40DD6}" type="sibTrans" cxnId="{F0F1D26E-1C43-4903-A61A-20250195EB08}">
      <dgm:prSet/>
      <dgm:spPr/>
      <dgm:t>
        <a:bodyPr/>
        <a:lstStyle/>
        <a:p>
          <a:endParaRPr lang="es-CO"/>
        </a:p>
      </dgm:t>
    </dgm:pt>
    <dgm:pt modelId="{CF8C3379-AF39-4431-8775-E1025FE28D09}">
      <dgm:prSet phldrT="[Texto]"/>
      <dgm:spPr/>
      <dgm:t>
        <a:bodyPr/>
        <a:lstStyle/>
        <a:p>
          <a:r>
            <a:rPr lang="es-CO" dirty="0"/>
            <a:t>Dividir el diseño en múltiples hojas</a:t>
          </a:r>
        </a:p>
      </dgm:t>
    </dgm:pt>
    <dgm:pt modelId="{445E4D82-F6E2-4CD3-9D9C-58D993100073}" type="parTrans" cxnId="{D095567D-C445-4FF0-84A1-A013B0AA100A}">
      <dgm:prSet/>
      <dgm:spPr/>
      <dgm:t>
        <a:bodyPr/>
        <a:lstStyle/>
        <a:p>
          <a:endParaRPr lang="es-CO"/>
        </a:p>
      </dgm:t>
    </dgm:pt>
    <dgm:pt modelId="{5D840776-CD0E-46AB-8246-7D208DFFF825}" type="sibTrans" cxnId="{D095567D-C445-4FF0-84A1-A013B0AA100A}">
      <dgm:prSet/>
      <dgm:spPr/>
      <dgm:t>
        <a:bodyPr/>
        <a:lstStyle/>
        <a:p>
          <a:endParaRPr lang="es-CO"/>
        </a:p>
      </dgm:t>
    </dgm:pt>
    <dgm:pt modelId="{7C04BFDE-7B0D-4ECF-A4C8-2FB86429DF60}">
      <dgm:prSet/>
      <dgm:spPr/>
      <dgm:t>
        <a:bodyPr/>
        <a:lstStyle/>
        <a:p>
          <a:r>
            <a:rPr lang="es-CO" dirty="0"/>
            <a:t>Compilar y verificar el diseño</a:t>
          </a:r>
        </a:p>
      </dgm:t>
    </dgm:pt>
    <dgm:pt modelId="{64102B3A-EE72-4149-96A7-5D6D84B711DA}" type="parTrans" cxnId="{EF8E35B1-7F32-4658-A673-126C508A144B}">
      <dgm:prSet/>
      <dgm:spPr/>
      <dgm:t>
        <a:bodyPr/>
        <a:lstStyle/>
        <a:p>
          <a:endParaRPr lang="es-CO"/>
        </a:p>
      </dgm:t>
    </dgm:pt>
    <dgm:pt modelId="{F75DA5E1-D587-41AF-93CD-E660F7058753}" type="sibTrans" cxnId="{EF8E35B1-7F32-4658-A673-126C508A144B}">
      <dgm:prSet/>
      <dgm:spPr/>
      <dgm:t>
        <a:bodyPr/>
        <a:lstStyle/>
        <a:p>
          <a:endParaRPr lang="es-CO"/>
        </a:p>
      </dgm:t>
    </dgm:pt>
    <dgm:pt modelId="{56974E81-03F4-469C-B155-FCB7CEE9C1C6}">
      <dgm:prSet/>
      <dgm:spPr/>
      <dgm:t>
        <a:bodyPr/>
        <a:lstStyle/>
        <a:p>
          <a:r>
            <a:rPr lang="es-CO" dirty="0"/>
            <a:t>Documentar y agregar detalles al diseño</a:t>
          </a:r>
        </a:p>
      </dgm:t>
    </dgm:pt>
    <dgm:pt modelId="{A8FB4820-8CE8-4AD8-AFD1-02B14FF75DFF}" type="parTrans" cxnId="{28C33CC3-827F-4670-B342-2A5A5256AEA0}">
      <dgm:prSet/>
      <dgm:spPr/>
      <dgm:t>
        <a:bodyPr/>
        <a:lstStyle/>
        <a:p>
          <a:endParaRPr lang="es-CO"/>
        </a:p>
      </dgm:t>
    </dgm:pt>
    <dgm:pt modelId="{24643447-C0C1-46DF-A1BF-F9E7DB375D03}" type="sibTrans" cxnId="{28C33CC3-827F-4670-B342-2A5A5256AEA0}">
      <dgm:prSet/>
      <dgm:spPr/>
      <dgm:t>
        <a:bodyPr/>
        <a:lstStyle/>
        <a:p>
          <a:endParaRPr lang="es-CO"/>
        </a:p>
      </dgm:t>
    </dgm:pt>
    <dgm:pt modelId="{B5C981BD-77AD-4BBB-8A7C-27DE0F5BD7E6}" type="pres">
      <dgm:prSet presAssocID="{A889ABA6-87D3-4AD0-9839-9469A351161E}" presName="CompostProcess" presStyleCnt="0">
        <dgm:presLayoutVars>
          <dgm:dir/>
          <dgm:resizeHandles val="exact"/>
        </dgm:presLayoutVars>
      </dgm:prSet>
      <dgm:spPr/>
    </dgm:pt>
    <dgm:pt modelId="{F3862268-7404-446A-9F0E-89A5E1693F7B}" type="pres">
      <dgm:prSet presAssocID="{A889ABA6-87D3-4AD0-9839-9469A351161E}" presName="arrow" presStyleLbl="bgShp" presStyleIdx="0" presStyleCnt="1"/>
      <dgm:spPr/>
    </dgm:pt>
    <dgm:pt modelId="{F4EFE2E5-428A-46DB-97D1-934980E38E0B}" type="pres">
      <dgm:prSet presAssocID="{A889ABA6-87D3-4AD0-9839-9469A351161E}" presName="linearProcess" presStyleCnt="0"/>
      <dgm:spPr/>
    </dgm:pt>
    <dgm:pt modelId="{3A9A403F-82EB-4673-A64C-A92F7114F260}" type="pres">
      <dgm:prSet presAssocID="{6236C7B2-1B0F-4811-81FB-3C5CE214C02A}" presName="textNode" presStyleLbl="node1" presStyleIdx="0" presStyleCnt="5">
        <dgm:presLayoutVars>
          <dgm:bulletEnabled val="1"/>
        </dgm:presLayoutVars>
      </dgm:prSet>
      <dgm:spPr/>
    </dgm:pt>
    <dgm:pt modelId="{2E93A11D-1321-46E6-B3AB-6EA0A23D29BA}" type="pres">
      <dgm:prSet presAssocID="{A97403FD-363B-4B3E-83B1-5B8099EA2D74}" presName="sibTrans" presStyleCnt="0"/>
      <dgm:spPr/>
    </dgm:pt>
    <dgm:pt modelId="{CBF533CF-482C-44BA-A774-161713C90148}" type="pres">
      <dgm:prSet presAssocID="{B73A91A7-1D97-4B75-ADA9-05A31DBFFF98}" presName="textNode" presStyleLbl="node1" presStyleIdx="1" presStyleCnt="5">
        <dgm:presLayoutVars>
          <dgm:bulletEnabled val="1"/>
        </dgm:presLayoutVars>
      </dgm:prSet>
      <dgm:spPr/>
    </dgm:pt>
    <dgm:pt modelId="{CD547B92-3DCF-43B1-A833-42667806606B}" type="pres">
      <dgm:prSet presAssocID="{E273E071-5DD3-432E-BE1E-D880D6D40DD6}" presName="sibTrans" presStyleCnt="0"/>
      <dgm:spPr/>
    </dgm:pt>
    <dgm:pt modelId="{3BECF2D8-4492-416B-9618-ED8B0CA77C10}" type="pres">
      <dgm:prSet presAssocID="{CF8C3379-AF39-4431-8775-E1025FE28D09}" presName="textNode" presStyleLbl="node1" presStyleIdx="2" presStyleCnt="5">
        <dgm:presLayoutVars>
          <dgm:bulletEnabled val="1"/>
        </dgm:presLayoutVars>
      </dgm:prSet>
      <dgm:spPr/>
    </dgm:pt>
    <dgm:pt modelId="{C5EDCF34-1B95-4B66-B0EB-82A9AAE244F3}" type="pres">
      <dgm:prSet presAssocID="{5D840776-CD0E-46AB-8246-7D208DFFF825}" presName="sibTrans" presStyleCnt="0"/>
      <dgm:spPr/>
    </dgm:pt>
    <dgm:pt modelId="{11CA8DD6-6815-4139-8B0A-8B15D0947894}" type="pres">
      <dgm:prSet presAssocID="{7C04BFDE-7B0D-4ECF-A4C8-2FB86429DF60}" presName="textNode" presStyleLbl="node1" presStyleIdx="3" presStyleCnt="5">
        <dgm:presLayoutVars>
          <dgm:bulletEnabled val="1"/>
        </dgm:presLayoutVars>
      </dgm:prSet>
      <dgm:spPr/>
    </dgm:pt>
    <dgm:pt modelId="{3C4FE9AD-A179-48AC-BB19-4A45B322B3CE}" type="pres">
      <dgm:prSet presAssocID="{F75DA5E1-D587-41AF-93CD-E660F7058753}" presName="sibTrans" presStyleCnt="0"/>
      <dgm:spPr/>
    </dgm:pt>
    <dgm:pt modelId="{CBF0D909-9FE4-4E81-A324-5B4E514F6643}" type="pres">
      <dgm:prSet presAssocID="{56974E81-03F4-469C-B155-FCB7CEE9C1C6}" presName="textNode" presStyleLbl="node1" presStyleIdx="4" presStyleCnt="5">
        <dgm:presLayoutVars>
          <dgm:bulletEnabled val="1"/>
        </dgm:presLayoutVars>
      </dgm:prSet>
      <dgm:spPr/>
    </dgm:pt>
  </dgm:ptLst>
  <dgm:cxnLst>
    <dgm:cxn modelId="{9AB8330F-72E7-4A91-9312-E657305738E3}" type="presOf" srcId="{56974E81-03F4-469C-B155-FCB7CEE9C1C6}" destId="{CBF0D909-9FE4-4E81-A324-5B4E514F6643}" srcOrd="0" destOrd="0" presId="urn:microsoft.com/office/officeart/2005/8/layout/hProcess9"/>
    <dgm:cxn modelId="{C0D6D423-C0CA-4201-8774-9D78B43EB790}" srcId="{A889ABA6-87D3-4AD0-9839-9469A351161E}" destId="{6236C7B2-1B0F-4811-81FB-3C5CE214C02A}" srcOrd="0" destOrd="0" parTransId="{8A298125-45EA-44B4-873F-F3435B0450B7}" sibTransId="{A97403FD-363B-4B3E-83B1-5B8099EA2D74}"/>
    <dgm:cxn modelId="{23FB5032-F7AD-40BC-8DDE-215237FA51EC}" type="presOf" srcId="{6236C7B2-1B0F-4811-81FB-3C5CE214C02A}" destId="{3A9A403F-82EB-4673-A64C-A92F7114F260}" srcOrd="0" destOrd="0" presId="urn:microsoft.com/office/officeart/2005/8/layout/hProcess9"/>
    <dgm:cxn modelId="{F0F1D26E-1C43-4903-A61A-20250195EB08}" srcId="{A889ABA6-87D3-4AD0-9839-9469A351161E}" destId="{B73A91A7-1D97-4B75-ADA9-05A31DBFFF98}" srcOrd="1" destOrd="0" parTransId="{3184E603-FE88-4575-A917-A9E8512F457B}" sibTransId="{E273E071-5DD3-432E-BE1E-D880D6D40DD6}"/>
    <dgm:cxn modelId="{B3609953-CE93-403F-9FA6-04ED8320B874}" type="presOf" srcId="{A889ABA6-87D3-4AD0-9839-9469A351161E}" destId="{B5C981BD-77AD-4BBB-8A7C-27DE0F5BD7E6}" srcOrd="0" destOrd="0" presId="urn:microsoft.com/office/officeart/2005/8/layout/hProcess9"/>
    <dgm:cxn modelId="{D095567D-C445-4FF0-84A1-A013B0AA100A}" srcId="{A889ABA6-87D3-4AD0-9839-9469A351161E}" destId="{CF8C3379-AF39-4431-8775-E1025FE28D09}" srcOrd="2" destOrd="0" parTransId="{445E4D82-F6E2-4CD3-9D9C-58D993100073}" sibTransId="{5D840776-CD0E-46AB-8246-7D208DFFF825}"/>
    <dgm:cxn modelId="{47901B8F-2F49-4755-96E6-737FECD6F473}" type="presOf" srcId="{7C04BFDE-7B0D-4ECF-A4C8-2FB86429DF60}" destId="{11CA8DD6-6815-4139-8B0A-8B15D0947894}" srcOrd="0" destOrd="0" presId="urn:microsoft.com/office/officeart/2005/8/layout/hProcess9"/>
    <dgm:cxn modelId="{EF8E35B1-7F32-4658-A673-126C508A144B}" srcId="{A889ABA6-87D3-4AD0-9839-9469A351161E}" destId="{7C04BFDE-7B0D-4ECF-A4C8-2FB86429DF60}" srcOrd="3" destOrd="0" parTransId="{64102B3A-EE72-4149-96A7-5D6D84B711DA}" sibTransId="{F75DA5E1-D587-41AF-93CD-E660F7058753}"/>
    <dgm:cxn modelId="{28C33CC3-827F-4670-B342-2A5A5256AEA0}" srcId="{A889ABA6-87D3-4AD0-9839-9469A351161E}" destId="{56974E81-03F4-469C-B155-FCB7CEE9C1C6}" srcOrd="4" destOrd="0" parTransId="{A8FB4820-8CE8-4AD8-AFD1-02B14FF75DFF}" sibTransId="{24643447-C0C1-46DF-A1BF-F9E7DB375D03}"/>
    <dgm:cxn modelId="{5A6DF6D4-2860-4E62-8135-3A810452CDFC}" type="presOf" srcId="{CF8C3379-AF39-4431-8775-E1025FE28D09}" destId="{3BECF2D8-4492-416B-9618-ED8B0CA77C10}" srcOrd="0" destOrd="0" presId="urn:microsoft.com/office/officeart/2005/8/layout/hProcess9"/>
    <dgm:cxn modelId="{343A15ED-2382-4811-93EC-720F61B3CCCA}" type="presOf" srcId="{B73A91A7-1D97-4B75-ADA9-05A31DBFFF98}" destId="{CBF533CF-482C-44BA-A774-161713C90148}" srcOrd="0" destOrd="0" presId="urn:microsoft.com/office/officeart/2005/8/layout/hProcess9"/>
    <dgm:cxn modelId="{B1BC7AA4-1E6E-42B3-AD57-AAD305C1724D}" type="presParOf" srcId="{B5C981BD-77AD-4BBB-8A7C-27DE0F5BD7E6}" destId="{F3862268-7404-446A-9F0E-89A5E1693F7B}" srcOrd="0" destOrd="0" presId="urn:microsoft.com/office/officeart/2005/8/layout/hProcess9"/>
    <dgm:cxn modelId="{AF38627B-0EB7-4AB5-9C93-A3923BB8B4FB}" type="presParOf" srcId="{B5C981BD-77AD-4BBB-8A7C-27DE0F5BD7E6}" destId="{F4EFE2E5-428A-46DB-97D1-934980E38E0B}" srcOrd="1" destOrd="0" presId="urn:microsoft.com/office/officeart/2005/8/layout/hProcess9"/>
    <dgm:cxn modelId="{EAA4B407-BE2B-4FC3-BB4B-859EA59E8AEB}" type="presParOf" srcId="{F4EFE2E5-428A-46DB-97D1-934980E38E0B}" destId="{3A9A403F-82EB-4673-A64C-A92F7114F260}" srcOrd="0" destOrd="0" presId="urn:microsoft.com/office/officeart/2005/8/layout/hProcess9"/>
    <dgm:cxn modelId="{A431598D-3935-4F32-BE3D-3689E3BFE03E}" type="presParOf" srcId="{F4EFE2E5-428A-46DB-97D1-934980E38E0B}" destId="{2E93A11D-1321-46E6-B3AB-6EA0A23D29BA}" srcOrd="1" destOrd="0" presId="urn:microsoft.com/office/officeart/2005/8/layout/hProcess9"/>
    <dgm:cxn modelId="{15DA05E1-3BD9-44D8-A9E0-061A2D55D97D}" type="presParOf" srcId="{F4EFE2E5-428A-46DB-97D1-934980E38E0B}" destId="{CBF533CF-482C-44BA-A774-161713C90148}" srcOrd="2" destOrd="0" presId="urn:microsoft.com/office/officeart/2005/8/layout/hProcess9"/>
    <dgm:cxn modelId="{440F9A38-27F5-4882-B98C-6001EBB3BD2E}" type="presParOf" srcId="{F4EFE2E5-428A-46DB-97D1-934980E38E0B}" destId="{CD547B92-3DCF-43B1-A833-42667806606B}" srcOrd="3" destOrd="0" presId="urn:microsoft.com/office/officeart/2005/8/layout/hProcess9"/>
    <dgm:cxn modelId="{4D516043-A843-4479-9B2F-990E3CFD7BA7}" type="presParOf" srcId="{F4EFE2E5-428A-46DB-97D1-934980E38E0B}" destId="{3BECF2D8-4492-416B-9618-ED8B0CA77C10}" srcOrd="4" destOrd="0" presId="urn:microsoft.com/office/officeart/2005/8/layout/hProcess9"/>
    <dgm:cxn modelId="{A51501D2-3985-476E-8024-E1C55D062F60}" type="presParOf" srcId="{F4EFE2E5-428A-46DB-97D1-934980E38E0B}" destId="{C5EDCF34-1B95-4B66-B0EB-82A9AAE244F3}" srcOrd="5" destOrd="0" presId="urn:microsoft.com/office/officeart/2005/8/layout/hProcess9"/>
    <dgm:cxn modelId="{00B6E1B9-FAF6-477B-8EFC-F3A961DB63E6}" type="presParOf" srcId="{F4EFE2E5-428A-46DB-97D1-934980E38E0B}" destId="{11CA8DD6-6815-4139-8B0A-8B15D0947894}" srcOrd="6" destOrd="0" presId="urn:microsoft.com/office/officeart/2005/8/layout/hProcess9"/>
    <dgm:cxn modelId="{11D9C85E-9CAD-4EA9-89B3-B8865789B890}" type="presParOf" srcId="{F4EFE2E5-428A-46DB-97D1-934980E38E0B}" destId="{3C4FE9AD-A179-48AC-BB19-4A45B322B3CE}" srcOrd="7" destOrd="0" presId="urn:microsoft.com/office/officeart/2005/8/layout/hProcess9"/>
    <dgm:cxn modelId="{1E71D644-B503-416F-B6DE-DFFBDDEE2955}" type="presParOf" srcId="{F4EFE2E5-428A-46DB-97D1-934980E38E0B}" destId="{CBF0D909-9FE4-4E81-A324-5B4E514F6643}"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6ECFE75-E696-4994-838C-624C8EAB8D08}"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3E9ED5C9-A91E-4240-A91F-2D1D3661FA0D}">
      <dgm:prSet/>
      <dgm:spPr/>
      <dgm:t>
        <a:bodyPr/>
        <a:lstStyle/>
        <a:p>
          <a:r>
            <a:rPr lang="es-CO"/>
            <a:t>La funcionalidad del diseño puede abstraerse de la estructura lógica del árbol del proyecto</a:t>
          </a:r>
          <a:endParaRPr lang="en-US"/>
        </a:p>
      </dgm:t>
    </dgm:pt>
    <dgm:pt modelId="{EEB1F419-FE26-486F-87E5-4DACF9544F8F}" type="parTrans" cxnId="{DD40B090-0FFE-4109-B38F-5F8CF81EAA1B}">
      <dgm:prSet/>
      <dgm:spPr/>
      <dgm:t>
        <a:bodyPr/>
        <a:lstStyle/>
        <a:p>
          <a:endParaRPr lang="en-US"/>
        </a:p>
      </dgm:t>
    </dgm:pt>
    <dgm:pt modelId="{E0AFF2C6-80C5-41A1-88FE-7A62F3EA7C3C}" type="sibTrans" cxnId="{DD40B090-0FFE-4109-B38F-5F8CF81EAA1B}">
      <dgm:prSet/>
      <dgm:spPr/>
      <dgm:t>
        <a:bodyPr/>
        <a:lstStyle/>
        <a:p>
          <a:endParaRPr lang="en-US"/>
        </a:p>
      </dgm:t>
    </dgm:pt>
    <dgm:pt modelId="{BD621DDB-F372-46A5-8EF4-11C107C6A9D4}">
      <dgm:prSet/>
      <dgm:spPr/>
      <dgm:t>
        <a:bodyPr/>
        <a:lstStyle/>
        <a:p>
          <a:r>
            <a:rPr lang="es-CO"/>
            <a:t>La hoja TOP presenta el diseño como una serie de bloques funcionales de alto nivel en el flujo tradicional de circuitos entrada a salida</a:t>
          </a:r>
          <a:endParaRPr lang="en-US"/>
        </a:p>
      </dgm:t>
    </dgm:pt>
    <dgm:pt modelId="{03C00FD2-3953-465B-B0CD-00B98C25B875}" type="parTrans" cxnId="{36F4D567-7A31-4B89-BF87-CB94FB39A39C}">
      <dgm:prSet/>
      <dgm:spPr/>
      <dgm:t>
        <a:bodyPr/>
        <a:lstStyle/>
        <a:p>
          <a:endParaRPr lang="en-US"/>
        </a:p>
      </dgm:t>
    </dgm:pt>
    <dgm:pt modelId="{9F0F6258-CC9A-4DFB-8360-7385CFDA222F}" type="sibTrans" cxnId="{36F4D567-7A31-4B89-BF87-CB94FB39A39C}">
      <dgm:prSet/>
      <dgm:spPr/>
      <dgm:t>
        <a:bodyPr/>
        <a:lstStyle/>
        <a:p>
          <a:endParaRPr lang="en-US"/>
        </a:p>
      </dgm:t>
    </dgm:pt>
    <dgm:pt modelId="{391B3E72-679E-45F3-9D9E-1191F5017C90}">
      <dgm:prSet/>
      <dgm:spPr/>
      <dgm:t>
        <a:bodyPr/>
        <a:lstStyle/>
        <a:p>
          <a:r>
            <a:rPr lang="es-CO" dirty="0"/>
            <a:t>Los bloques funcionales de alto nivel se pueden particionar a si mismo en bloques más pequeños</a:t>
          </a:r>
          <a:endParaRPr lang="en-US" dirty="0"/>
        </a:p>
      </dgm:t>
    </dgm:pt>
    <dgm:pt modelId="{2C740570-8030-4AA3-BE71-67619E6A7C3D}" type="parTrans" cxnId="{7CF1CC70-7C13-4C1E-A525-AF862FEA935E}">
      <dgm:prSet/>
      <dgm:spPr/>
      <dgm:t>
        <a:bodyPr/>
        <a:lstStyle/>
        <a:p>
          <a:endParaRPr lang="en-US"/>
        </a:p>
      </dgm:t>
    </dgm:pt>
    <dgm:pt modelId="{819D485F-9747-41A8-A3D1-4DBC44BB21F0}" type="sibTrans" cxnId="{7CF1CC70-7C13-4C1E-A525-AF862FEA935E}">
      <dgm:prSet/>
      <dgm:spPr/>
      <dgm:t>
        <a:bodyPr/>
        <a:lstStyle/>
        <a:p>
          <a:endParaRPr lang="en-US"/>
        </a:p>
      </dgm:t>
    </dgm:pt>
    <dgm:pt modelId="{D6EAA97E-C2AC-484C-84B0-758E0CD4FDCA}">
      <dgm:prSet/>
      <dgm:spPr/>
      <dgm:t>
        <a:bodyPr/>
        <a:lstStyle/>
        <a:p>
          <a:r>
            <a:rPr lang="es-CO"/>
            <a:t>Los esquemáticos de menor nivel serán simples y pueden usar hojas pequeñas, lo cual facilita la impresión</a:t>
          </a:r>
          <a:endParaRPr lang="en-US"/>
        </a:p>
      </dgm:t>
    </dgm:pt>
    <dgm:pt modelId="{54033836-B79C-42B3-9D83-FC27163A98FF}" type="parTrans" cxnId="{406D5892-2718-4771-B73E-F7F62C7C1F2C}">
      <dgm:prSet/>
      <dgm:spPr/>
      <dgm:t>
        <a:bodyPr/>
        <a:lstStyle/>
        <a:p>
          <a:endParaRPr lang="en-US"/>
        </a:p>
      </dgm:t>
    </dgm:pt>
    <dgm:pt modelId="{99BA7E33-A286-4E15-BC30-63AD6A8CBA1D}" type="sibTrans" cxnId="{406D5892-2718-4771-B73E-F7F62C7C1F2C}">
      <dgm:prSet/>
      <dgm:spPr/>
      <dgm:t>
        <a:bodyPr/>
        <a:lstStyle/>
        <a:p>
          <a:endParaRPr lang="en-US"/>
        </a:p>
      </dgm:t>
    </dgm:pt>
    <dgm:pt modelId="{62AA0546-6274-49E4-A7DC-7209434FF8B3}">
      <dgm:prSet/>
      <dgm:spPr/>
      <dgm:t>
        <a:bodyPr/>
        <a:lstStyle/>
        <a:p>
          <a:r>
            <a:rPr lang="es-CO"/>
            <a:t>Facilita el seguimiento de señales</a:t>
          </a:r>
          <a:endParaRPr lang="en-US"/>
        </a:p>
      </dgm:t>
    </dgm:pt>
    <dgm:pt modelId="{40FAE58B-B896-4D98-94F9-A2F389C841AF}" type="parTrans" cxnId="{4FB9BF30-D3FB-4A97-80C2-107751CEDBBE}">
      <dgm:prSet/>
      <dgm:spPr/>
      <dgm:t>
        <a:bodyPr/>
        <a:lstStyle/>
        <a:p>
          <a:endParaRPr lang="en-US"/>
        </a:p>
      </dgm:t>
    </dgm:pt>
    <dgm:pt modelId="{EC2416AD-D6B1-41F3-ADF9-480D64FCD371}" type="sibTrans" cxnId="{4FB9BF30-D3FB-4A97-80C2-107751CEDBBE}">
      <dgm:prSet/>
      <dgm:spPr/>
      <dgm:t>
        <a:bodyPr/>
        <a:lstStyle/>
        <a:p>
          <a:endParaRPr lang="en-US"/>
        </a:p>
      </dgm:t>
    </dgm:pt>
    <dgm:pt modelId="{839A5BF5-458C-44CE-8F6F-C1F290E57B23}">
      <dgm:prSet/>
      <dgm:spPr/>
      <dgm:t>
        <a:bodyPr/>
        <a:lstStyle/>
        <a:p>
          <a:r>
            <a:rPr lang="es-CO"/>
            <a:t>Identificar la entrada de símbolo de interés </a:t>
          </a:r>
          <a:endParaRPr lang="en-US"/>
        </a:p>
      </dgm:t>
    </dgm:pt>
    <dgm:pt modelId="{48207397-34FE-465D-818F-0927A903E808}" type="parTrans" cxnId="{BA7EF55C-88FA-4B5B-8015-7F8A4C960B64}">
      <dgm:prSet/>
      <dgm:spPr/>
      <dgm:t>
        <a:bodyPr/>
        <a:lstStyle/>
        <a:p>
          <a:endParaRPr lang="en-US"/>
        </a:p>
      </dgm:t>
    </dgm:pt>
    <dgm:pt modelId="{3452B597-1C56-4063-B640-EC7502E1E03C}" type="sibTrans" cxnId="{BA7EF55C-88FA-4B5B-8015-7F8A4C960B64}">
      <dgm:prSet/>
      <dgm:spPr/>
      <dgm:t>
        <a:bodyPr/>
        <a:lstStyle/>
        <a:p>
          <a:endParaRPr lang="en-US"/>
        </a:p>
      </dgm:t>
    </dgm:pt>
    <dgm:pt modelId="{40EAB725-8A69-422C-8BEF-A5E35DD2976E}">
      <dgm:prSet/>
      <dgm:spPr/>
      <dgm:t>
        <a:bodyPr/>
        <a:lstStyle/>
        <a:p>
          <a:r>
            <a:rPr lang="es-CO"/>
            <a:t>Encontrar el puerto asociado en la hoja hija</a:t>
          </a:r>
          <a:endParaRPr lang="en-US"/>
        </a:p>
      </dgm:t>
    </dgm:pt>
    <dgm:pt modelId="{4966C842-CCAA-4549-890F-3E14601E801F}" type="parTrans" cxnId="{F9378633-1727-4001-B184-B3B59E597BD1}">
      <dgm:prSet/>
      <dgm:spPr/>
      <dgm:t>
        <a:bodyPr/>
        <a:lstStyle/>
        <a:p>
          <a:endParaRPr lang="en-US"/>
        </a:p>
      </dgm:t>
    </dgm:pt>
    <dgm:pt modelId="{58639E97-31CA-4799-8C98-072B05CCBD7C}" type="sibTrans" cxnId="{F9378633-1727-4001-B184-B3B59E597BD1}">
      <dgm:prSet/>
      <dgm:spPr/>
      <dgm:t>
        <a:bodyPr/>
        <a:lstStyle/>
        <a:p>
          <a:endParaRPr lang="en-US"/>
        </a:p>
      </dgm:t>
    </dgm:pt>
    <dgm:pt modelId="{7D286702-8A9F-45CA-AB7D-8BBB3ECF2B40}">
      <dgm:prSet/>
      <dgm:spPr/>
      <dgm:t>
        <a:bodyPr/>
        <a:lstStyle/>
        <a:p>
          <a:r>
            <a:rPr lang="es-CO"/>
            <a:t>Seguir el alambrado a lo largo de cada hoja</a:t>
          </a:r>
          <a:endParaRPr lang="en-US"/>
        </a:p>
      </dgm:t>
    </dgm:pt>
    <dgm:pt modelId="{23494369-273A-4679-9266-083A6430593C}" type="parTrans" cxnId="{F50794B4-311C-4C56-A811-9F7939FF65BE}">
      <dgm:prSet/>
      <dgm:spPr/>
      <dgm:t>
        <a:bodyPr/>
        <a:lstStyle/>
        <a:p>
          <a:endParaRPr lang="en-US"/>
        </a:p>
      </dgm:t>
    </dgm:pt>
    <dgm:pt modelId="{C639517E-C016-464A-9F7C-A074FF7541A0}" type="sibTrans" cxnId="{F50794B4-311C-4C56-A811-9F7939FF65BE}">
      <dgm:prSet/>
      <dgm:spPr/>
      <dgm:t>
        <a:bodyPr/>
        <a:lstStyle/>
        <a:p>
          <a:endParaRPr lang="en-US"/>
        </a:p>
      </dgm:t>
    </dgm:pt>
    <dgm:pt modelId="{4853DE9D-D962-4120-AC51-3C56A010435E}" type="pres">
      <dgm:prSet presAssocID="{E6ECFE75-E696-4994-838C-624C8EAB8D08}" presName="linear" presStyleCnt="0">
        <dgm:presLayoutVars>
          <dgm:animLvl val="lvl"/>
          <dgm:resizeHandles val="exact"/>
        </dgm:presLayoutVars>
      </dgm:prSet>
      <dgm:spPr/>
    </dgm:pt>
    <dgm:pt modelId="{5F841ADB-FF5F-4F33-BE64-F469007C1FB8}" type="pres">
      <dgm:prSet presAssocID="{3E9ED5C9-A91E-4240-A91F-2D1D3661FA0D}" presName="parentText" presStyleLbl="node1" presStyleIdx="0" presStyleCnt="2">
        <dgm:presLayoutVars>
          <dgm:chMax val="0"/>
          <dgm:bulletEnabled val="1"/>
        </dgm:presLayoutVars>
      </dgm:prSet>
      <dgm:spPr/>
    </dgm:pt>
    <dgm:pt modelId="{FAA910DD-1F30-4A7C-A1A8-B91F4ADF9253}" type="pres">
      <dgm:prSet presAssocID="{3E9ED5C9-A91E-4240-A91F-2D1D3661FA0D}" presName="childText" presStyleLbl="revTx" presStyleIdx="0" presStyleCnt="2">
        <dgm:presLayoutVars>
          <dgm:bulletEnabled val="1"/>
        </dgm:presLayoutVars>
      </dgm:prSet>
      <dgm:spPr/>
    </dgm:pt>
    <dgm:pt modelId="{CACCDDAE-0CD0-430A-AF3C-FB3284A637CB}" type="pres">
      <dgm:prSet presAssocID="{62AA0546-6274-49E4-A7DC-7209434FF8B3}" presName="parentText" presStyleLbl="node1" presStyleIdx="1" presStyleCnt="2">
        <dgm:presLayoutVars>
          <dgm:chMax val="0"/>
          <dgm:bulletEnabled val="1"/>
        </dgm:presLayoutVars>
      </dgm:prSet>
      <dgm:spPr/>
    </dgm:pt>
    <dgm:pt modelId="{9B5BBDCB-64AA-42B9-A65B-C2675BEE3BA8}" type="pres">
      <dgm:prSet presAssocID="{62AA0546-6274-49E4-A7DC-7209434FF8B3}" presName="childText" presStyleLbl="revTx" presStyleIdx="1" presStyleCnt="2">
        <dgm:presLayoutVars>
          <dgm:bulletEnabled val="1"/>
        </dgm:presLayoutVars>
      </dgm:prSet>
      <dgm:spPr/>
    </dgm:pt>
  </dgm:ptLst>
  <dgm:cxnLst>
    <dgm:cxn modelId="{D60DA730-0C37-401C-95D8-779EB6F9E70F}" type="presOf" srcId="{D6EAA97E-C2AC-484C-84B0-758E0CD4FDCA}" destId="{FAA910DD-1F30-4A7C-A1A8-B91F4ADF9253}" srcOrd="0" destOrd="2" presId="urn:microsoft.com/office/officeart/2005/8/layout/vList2"/>
    <dgm:cxn modelId="{4FB9BF30-D3FB-4A97-80C2-107751CEDBBE}" srcId="{E6ECFE75-E696-4994-838C-624C8EAB8D08}" destId="{62AA0546-6274-49E4-A7DC-7209434FF8B3}" srcOrd="1" destOrd="0" parTransId="{40FAE58B-B896-4D98-94F9-A2F389C841AF}" sibTransId="{EC2416AD-D6B1-41F3-ADF9-480D64FCD371}"/>
    <dgm:cxn modelId="{F9378633-1727-4001-B184-B3B59E597BD1}" srcId="{62AA0546-6274-49E4-A7DC-7209434FF8B3}" destId="{40EAB725-8A69-422C-8BEF-A5E35DD2976E}" srcOrd="1" destOrd="0" parTransId="{4966C842-CCAA-4549-890F-3E14601E801F}" sibTransId="{58639E97-31CA-4799-8C98-072B05CCBD7C}"/>
    <dgm:cxn modelId="{BA7EF55C-88FA-4B5B-8015-7F8A4C960B64}" srcId="{62AA0546-6274-49E4-A7DC-7209434FF8B3}" destId="{839A5BF5-458C-44CE-8F6F-C1F290E57B23}" srcOrd="0" destOrd="0" parTransId="{48207397-34FE-465D-818F-0927A903E808}" sibTransId="{3452B597-1C56-4063-B640-EC7502E1E03C}"/>
    <dgm:cxn modelId="{E8C18F5D-F2F6-4805-929B-3D3E3328CAFA}" type="presOf" srcId="{839A5BF5-458C-44CE-8F6F-C1F290E57B23}" destId="{9B5BBDCB-64AA-42B9-A65B-C2675BEE3BA8}" srcOrd="0" destOrd="0" presId="urn:microsoft.com/office/officeart/2005/8/layout/vList2"/>
    <dgm:cxn modelId="{36F4D567-7A31-4B89-BF87-CB94FB39A39C}" srcId="{3E9ED5C9-A91E-4240-A91F-2D1D3661FA0D}" destId="{BD621DDB-F372-46A5-8EF4-11C107C6A9D4}" srcOrd="0" destOrd="0" parTransId="{03C00FD2-3953-465B-B0CD-00B98C25B875}" sibTransId="{9F0F6258-CC9A-4DFB-8360-7385CFDA222F}"/>
    <dgm:cxn modelId="{7CF1CC70-7C13-4C1E-A525-AF862FEA935E}" srcId="{3E9ED5C9-A91E-4240-A91F-2D1D3661FA0D}" destId="{391B3E72-679E-45F3-9D9E-1191F5017C90}" srcOrd="1" destOrd="0" parTransId="{2C740570-8030-4AA3-BE71-67619E6A7C3D}" sibTransId="{819D485F-9747-41A8-A3D1-4DBC44BB21F0}"/>
    <dgm:cxn modelId="{1005E072-FD90-4166-8721-C28F15F58E18}" type="presOf" srcId="{40EAB725-8A69-422C-8BEF-A5E35DD2976E}" destId="{9B5BBDCB-64AA-42B9-A65B-C2675BEE3BA8}" srcOrd="0" destOrd="1" presId="urn:microsoft.com/office/officeart/2005/8/layout/vList2"/>
    <dgm:cxn modelId="{3FF1ED81-4EA2-4F72-A181-1B19676B19BE}" type="presOf" srcId="{BD621DDB-F372-46A5-8EF4-11C107C6A9D4}" destId="{FAA910DD-1F30-4A7C-A1A8-B91F4ADF9253}" srcOrd="0" destOrd="0" presId="urn:microsoft.com/office/officeart/2005/8/layout/vList2"/>
    <dgm:cxn modelId="{DD40B090-0FFE-4109-B38F-5F8CF81EAA1B}" srcId="{E6ECFE75-E696-4994-838C-624C8EAB8D08}" destId="{3E9ED5C9-A91E-4240-A91F-2D1D3661FA0D}" srcOrd="0" destOrd="0" parTransId="{EEB1F419-FE26-486F-87E5-4DACF9544F8F}" sibTransId="{E0AFF2C6-80C5-41A1-88FE-7A62F3EA7C3C}"/>
    <dgm:cxn modelId="{406D5892-2718-4771-B73E-F7F62C7C1F2C}" srcId="{3E9ED5C9-A91E-4240-A91F-2D1D3661FA0D}" destId="{D6EAA97E-C2AC-484C-84B0-758E0CD4FDCA}" srcOrd="2" destOrd="0" parTransId="{54033836-B79C-42B3-9D83-FC27163A98FF}" sibTransId="{99BA7E33-A286-4E15-BC30-63AD6A8CBA1D}"/>
    <dgm:cxn modelId="{82DE3EAC-FE47-4BAD-A21A-D58FFAEFB016}" type="presOf" srcId="{3E9ED5C9-A91E-4240-A91F-2D1D3661FA0D}" destId="{5F841ADB-FF5F-4F33-BE64-F469007C1FB8}" srcOrd="0" destOrd="0" presId="urn:microsoft.com/office/officeart/2005/8/layout/vList2"/>
    <dgm:cxn modelId="{CABC37B1-770D-4789-8413-BC429289DB17}" type="presOf" srcId="{391B3E72-679E-45F3-9D9E-1191F5017C90}" destId="{FAA910DD-1F30-4A7C-A1A8-B91F4ADF9253}" srcOrd="0" destOrd="1" presId="urn:microsoft.com/office/officeart/2005/8/layout/vList2"/>
    <dgm:cxn modelId="{F50794B4-311C-4C56-A811-9F7939FF65BE}" srcId="{62AA0546-6274-49E4-A7DC-7209434FF8B3}" destId="{7D286702-8A9F-45CA-AB7D-8BBB3ECF2B40}" srcOrd="2" destOrd="0" parTransId="{23494369-273A-4679-9266-083A6430593C}" sibTransId="{C639517E-C016-464A-9F7C-A074FF7541A0}"/>
    <dgm:cxn modelId="{9F97C6B9-BFD7-4C67-BA6B-10C418A6A2C8}" type="presOf" srcId="{7D286702-8A9F-45CA-AB7D-8BBB3ECF2B40}" destId="{9B5BBDCB-64AA-42B9-A65B-C2675BEE3BA8}" srcOrd="0" destOrd="2" presId="urn:microsoft.com/office/officeart/2005/8/layout/vList2"/>
    <dgm:cxn modelId="{E1F913DE-CDE3-4102-A85A-120CE71D6A40}" type="presOf" srcId="{62AA0546-6274-49E4-A7DC-7209434FF8B3}" destId="{CACCDDAE-0CD0-430A-AF3C-FB3284A637CB}" srcOrd="0" destOrd="0" presId="urn:microsoft.com/office/officeart/2005/8/layout/vList2"/>
    <dgm:cxn modelId="{BC2D50E4-8A8F-4BB2-8CBE-C9C2BFB1A9B2}" type="presOf" srcId="{E6ECFE75-E696-4994-838C-624C8EAB8D08}" destId="{4853DE9D-D962-4120-AC51-3C56A010435E}" srcOrd="0" destOrd="0" presId="urn:microsoft.com/office/officeart/2005/8/layout/vList2"/>
    <dgm:cxn modelId="{4FB37B11-E26A-46E1-89B3-38F24637B039}" type="presParOf" srcId="{4853DE9D-D962-4120-AC51-3C56A010435E}" destId="{5F841ADB-FF5F-4F33-BE64-F469007C1FB8}" srcOrd="0" destOrd="0" presId="urn:microsoft.com/office/officeart/2005/8/layout/vList2"/>
    <dgm:cxn modelId="{36B56181-EC55-4306-A45C-A5A8B155A5B2}" type="presParOf" srcId="{4853DE9D-D962-4120-AC51-3C56A010435E}" destId="{FAA910DD-1F30-4A7C-A1A8-B91F4ADF9253}" srcOrd="1" destOrd="0" presId="urn:microsoft.com/office/officeart/2005/8/layout/vList2"/>
    <dgm:cxn modelId="{74BDC61C-6057-4FB5-A990-2163658DEBEA}" type="presParOf" srcId="{4853DE9D-D962-4120-AC51-3C56A010435E}" destId="{CACCDDAE-0CD0-430A-AF3C-FB3284A637CB}" srcOrd="2" destOrd="0" presId="urn:microsoft.com/office/officeart/2005/8/layout/vList2"/>
    <dgm:cxn modelId="{A2D64E9B-1D65-4548-8065-0564D7A59C34}" type="presParOf" srcId="{4853DE9D-D962-4120-AC51-3C56A010435E}" destId="{9B5BBDCB-64AA-42B9-A65B-C2675BEE3BA8}"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862268-7404-446A-9F0E-89A5E1693F7B}">
      <dsp:nvSpPr>
        <dsp:cNvPr id="0" name=""/>
        <dsp:cNvSpPr/>
      </dsp:nvSpPr>
      <dsp:spPr>
        <a:xfrm>
          <a:off x="877529" y="0"/>
          <a:ext cx="9945328" cy="5181600"/>
        </a:xfrm>
        <a:prstGeom prst="rightArrow">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A9A403F-82EB-4673-A64C-A92F7114F260}">
      <dsp:nvSpPr>
        <dsp:cNvPr id="0" name=""/>
        <dsp:cNvSpPr/>
      </dsp:nvSpPr>
      <dsp:spPr>
        <a:xfrm>
          <a:off x="5141" y="1554480"/>
          <a:ext cx="2248096" cy="207264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s-CO" sz="2600" kern="1200" dirty="0"/>
            <a:t>Encontrar y agregar componentes</a:t>
          </a:r>
        </a:p>
      </dsp:txBody>
      <dsp:txXfrm>
        <a:off x="106319" y="1655658"/>
        <a:ext cx="2045740" cy="1870284"/>
      </dsp:txXfrm>
    </dsp:sp>
    <dsp:sp modelId="{CBF533CF-482C-44BA-A774-161713C90148}">
      <dsp:nvSpPr>
        <dsp:cNvPr id="0" name=""/>
        <dsp:cNvSpPr/>
      </dsp:nvSpPr>
      <dsp:spPr>
        <a:xfrm>
          <a:off x="2365643" y="1554480"/>
          <a:ext cx="2248096" cy="2072640"/>
        </a:xfrm>
        <a:prstGeom prst="roundRect">
          <a:avLst/>
        </a:prstGeom>
        <a:solidFill>
          <a:schemeClr val="accent4">
            <a:hueOff val="2450223"/>
            <a:satOff val="-10194"/>
            <a:lumOff val="24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s-CO" sz="2600" kern="1200" dirty="0"/>
            <a:t>Conectar los componentes</a:t>
          </a:r>
        </a:p>
      </dsp:txBody>
      <dsp:txXfrm>
        <a:off x="2466821" y="1655658"/>
        <a:ext cx="2045740" cy="1870284"/>
      </dsp:txXfrm>
    </dsp:sp>
    <dsp:sp modelId="{3BECF2D8-4492-416B-9618-ED8B0CA77C10}">
      <dsp:nvSpPr>
        <dsp:cNvPr id="0" name=""/>
        <dsp:cNvSpPr/>
      </dsp:nvSpPr>
      <dsp:spPr>
        <a:xfrm>
          <a:off x="4726145" y="1554480"/>
          <a:ext cx="2248096" cy="2072640"/>
        </a:xfrm>
        <a:prstGeom prst="roundRect">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s-CO" sz="2600" kern="1200" dirty="0"/>
            <a:t>Dividir el diseño en múltiples hojas</a:t>
          </a:r>
        </a:p>
      </dsp:txBody>
      <dsp:txXfrm>
        <a:off x="4827323" y="1655658"/>
        <a:ext cx="2045740" cy="1870284"/>
      </dsp:txXfrm>
    </dsp:sp>
    <dsp:sp modelId="{11CA8DD6-6815-4139-8B0A-8B15D0947894}">
      <dsp:nvSpPr>
        <dsp:cNvPr id="0" name=""/>
        <dsp:cNvSpPr/>
      </dsp:nvSpPr>
      <dsp:spPr>
        <a:xfrm>
          <a:off x="7086646" y="1554480"/>
          <a:ext cx="2248096" cy="2072640"/>
        </a:xfrm>
        <a:prstGeom prst="roundRect">
          <a:avLst/>
        </a:prstGeom>
        <a:solidFill>
          <a:schemeClr val="accent4">
            <a:hueOff val="7350668"/>
            <a:satOff val="-30583"/>
            <a:lumOff val="72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s-CO" sz="2600" kern="1200" dirty="0"/>
            <a:t>Compilar y verificar el diseño</a:t>
          </a:r>
        </a:p>
      </dsp:txBody>
      <dsp:txXfrm>
        <a:off x="7187824" y="1655658"/>
        <a:ext cx="2045740" cy="1870284"/>
      </dsp:txXfrm>
    </dsp:sp>
    <dsp:sp modelId="{CBF0D909-9FE4-4E81-A324-5B4E514F6643}">
      <dsp:nvSpPr>
        <dsp:cNvPr id="0" name=""/>
        <dsp:cNvSpPr/>
      </dsp:nvSpPr>
      <dsp:spPr>
        <a:xfrm>
          <a:off x="9447148" y="1554480"/>
          <a:ext cx="2248096" cy="2072640"/>
        </a:xfrm>
        <a:prstGeom prst="roundRec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s-CO" sz="2600" kern="1200" dirty="0"/>
            <a:t>Documentar y agregar detalles al diseño</a:t>
          </a:r>
        </a:p>
      </dsp:txBody>
      <dsp:txXfrm>
        <a:off x="9548326" y="1655658"/>
        <a:ext cx="2045740" cy="187028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841ADB-FF5F-4F33-BE64-F469007C1FB8}">
      <dsp:nvSpPr>
        <dsp:cNvPr id="0" name=""/>
        <dsp:cNvSpPr/>
      </dsp:nvSpPr>
      <dsp:spPr>
        <a:xfrm>
          <a:off x="0" y="24218"/>
          <a:ext cx="6263640" cy="99450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CO" sz="2500" kern="1200"/>
            <a:t>La funcionalidad del diseño puede abstraerse de la estructura lógica del árbol del proyecto</a:t>
          </a:r>
          <a:endParaRPr lang="en-US" sz="2500" kern="1200"/>
        </a:p>
      </dsp:txBody>
      <dsp:txXfrm>
        <a:off x="48547" y="72765"/>
        <a:ext cx="6166546" cy="897406"/>
      </dsp:txXfrm>
    </dsp:sp>
    <dsp:sp modelId="{FAA910DD-1F30-4A7C-A1A8-B91F4ADF9253}">
      <dsp:nvSpPr>
        <dsp:cNvPr id="0" name=""/>
        <dsp:cNvSpPr/>
      </dsp:nvSpPr>
      <dsp:spPr>
        <a:xfrm>
          <a:off x="0" y="1018718"/>
          <a:ext cx="6263640" cy="2432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871"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s-CO" sz="2000" kern="1200"/>
            <a:t>La hoja TOP presenta el diseño como una serie de bloques funcionales de alto nivel en el flujo tradicional de circuitos entrada a salida</a:t>
          </a:r>
          <a:endParaRPr lang="en-US" sz="2000" kern="1200"/>
        </a:p>
        <a:p>
          <a:pPr marL="228600" lvl="1" indent="-228600" algn="l" defTabSz="889000">
            <a:lnSpc>
              <a:spcPct val="90000"/>
            </a:lnSpc>
            <a:spcBef>
              <a:spcPct val="0"/>
            </a:spcBef>
            <a:spcAft>
              <a:spcPct val="20000"/>
            </a:spcAft>
            <a:buChar char="•"/>
          </a:pPr>
          <a:r>
            <a:rPr lang="es-CO" sz="2000" kern="1200" dirty="0"/>
            <a:t>Los bloques funcionales de alto nivel se pueden particionar a si mismo en bloques más pequeños</a:t>
          </a:r>
          <a:endParaRPr lang="en-US" sz="2000" kern="1200" dirty="0"/>
        </a:p>
        <a:p>
          <a:pPr marL="228600" lvl="1" indent="-228600" algn="l" defTabSz="889000">
            <a:lnSpc>
              <a:spcPct val="90000"/>
            </a:lnSpc>
            <a:spcBef>
              <a:spcPct val="0"/>
            </a:spcBef>
            <a:spcAft>
              <a:spcPct val="20000"/>
            </a:spcAft>
            <a:buChar char="•"/>
          </a:pPr>
          <a:r>
            <a:rPr lang="es-CO" sz="2000" kern="1200"/>
            <a:t>Los esquemáticos de menor nivel serán simples y pueden usar hojas pequeñas, lo cual facilita la impresión</a:t>
          </a:r>
          <a:endParaRPr lang="en-US" sz="2000" kern="1200"/>
        </a:p>
      </dsp:txBody>
      <dsp:txXfrm>
        <a:off x="0" y="1018718"/>
        <a:ext cx="6263640" cy="2432250"/>
      </dsp:txXfrm>
    </dsp:sp>
    <dsp:sp modelId="{CACCDDAE-0CD0-430A-AF3C-FB3284A637CB}">
      <dsp:nvSpPr>
        <dsp:cNvPr id="0" name=""/>
        <dsp:cNvSpPr/>
      </dsp:nvSpPr>
      <dsp:spPr>
        <a:xfrm>
          <a:off x="0" y="3450969"/>
          <a:ext cx="6263640" cy="99450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CO" sz="2500" kern="1200"/>
            <a:t>Facilita el seguimiento de señales</a:t>
          </a:r>
          <a:endParaRPr lang="en-US" sz="2500" kern="1200"/>
        </a:p>
      </dsp:txBody>
      <dsp:txXfrm>
        <a:off x="48547" y="3499516"/>
        <a:ext cx="6166546" cy="897406"/>
      </dsp:txXfrm>
    </dsp:sp>
    <dsp:sp modelId="{9B5BBDCB-64AA-42B9-A65B-C2675BEE3BA8}">
      <dsp:nvSpPr>
        <dsp:cNvPr id="0" name=""/>
        <dsp:cNvSpPr/>
      </dsp:nvSpPr>
      <dsp:spPr>
        <a:xfrm>
          <a:off x="0" y="4445469"/>
          <a:ext cx="6263640" cy="103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8871"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s-CO" sz="2000" kern="1200"/>
            <a:t>Identificar la entrada de símbolo de interés </a:t>
          </a:r>
          <a:endParaRPr lang="en-US" sz="2000" kern="1200"/>
        </a:p>
        <a:p>
          <a:pPr marL="228600" lvl="1" indent="-228600" algn="l" defTabSz="889000">
            <a:lnSpc>
              <a:spcPct val="90000"/>
            </a:lnSpc>
            <a:spcBef>
              <a:spcPct val="0"/>
            </a:spcBef>
            <a:spcAft>
              <a:spcPct val="20000"/>
            </a:spcAft>
            <a:buChar char="•"/>
          </a:pPr>
          <a:r>
            <a:rPr lang="es-CO" sz="2000" kern="1200"/>
            <a:t>Encontrar el puerto asociado en la hoja hija</a:t>
          </a:r>
          <a:endParaRPr lang="en-US" sz="2000" kern="1200"/>
        </a:p>
        <a:p>
          <a:pPr marL="228600" lvl="1" indent="-228600" algn="l" defTabSz="889000">
            <a:lnSpc>
              <a:spcPct val="90000"/>
            </a:lnSpc>
            <a:spcBef>
              <a:spcPct val="0"/>
            </a:spcBef>
            <a:spcAft>
              <a:spcPct val="20000"/>
            </a:spcAft>
            <a:buChar char="•"/>
          </a:pPr>
          <a:r>
            <a:rPr lang="es-CO" sz="2000" kern="1200"/>
            <a:t>Seguir el alambrado a lo largo de cada hoja</a:t>
          </a:r>
          <a:endParaRPr lang="en-US" sz="2000" kern="1200"/>
        </a:p>
      </dsp:txBody>
      <dsp:txXfrm>
        <a:off x="0" y="4445469"/>
        <a:ext cx="6263640" cy="1035000"/>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10000" max="10000" units="dev"/>
          <inkml:channel name="Y" type="integer" min="-10000" max="10000" units="dev"/>
          <inkml:channel name="F" type="integer" max="255" units="dev"/>
          <inkml:channel name="T" type="integer" units="dev"/>
        </inkml:traceFormat>
        <inkml:channelProperties>
          <inkml:channelProperty channel="X" name="resolution" value="1" units="1/dev"/>
          <inkml:channelProperty channel="Y" name="resolution" value="1" units="1/dev"/>
          <inkml:channelProperty channel="F" name="resolution" value="1" units="1/dev"/>
          <inkml:channelProperty channel="T" name="resolution" value="0" units="1/dev"/>
        </inkml:channelProperties>
      </inkml:inkSource>
      <inkml:timestamp xml:id="ts0" timeString="2022-07-26T20:46:04.166"/>
    </inkml:context>
    <inkml:brush xml:id="br0">
      <inkml:brushProperty name="width" value="0.05292" units="cm"/>
      <inkml:brushProperty name="height" value="0.05292" units="cm"/>
      <inkml:brushProperty name="color" value="#FF0000"/>
      <inkml:brushProperty name="antiAliased" value="0"/>
    </inkml:brush>
  </inkml:definitions>
  <inkml:trace contextRef="#ctx0" brushRef="#br0">9737 15677 34 0,'0'0'0'0,"-133"-92"33"0,79 26-24 0,42 53-9 0,12 13 0 0,-53 65 10 0,-53 14 6 0,-52 27-6 0,-27 79 0 0,14 67-7 0,11 53 0 0,120 65 4 0,105 27 4 0,161-66-7 0,145-119 2 0,131-133-6 0,41-172 0 0,-133-93-8 0,-1-131 10 0,-64-106-2 0,-160-14 1 0,-159-26 1 0,-224 41 2 0,-212 77 10 0,-211 239-1 0,-122 332-14 0,70 329-99 0,580-423 37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4B363B-CC72-46FA-81AE-AEDD7B52062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B2C4E44E-1D0E-4FEA-B319-6589E89491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224C2B3-E674-4E97-8CFE-FF2D3F2D9BC1}"/>
              </a:ext>
            </a:extLst>
          </p:cNvPr>
          <p:cNvSpPr>
            <a:spLocks noGrp="1"/>
          </p:cNvSpPr>
          <p:nvPr>
            <p:ph type="dt" sz="half" idx="10"/>
          </p:nvPr>
        </p:nvSpPr>
        <p:spPr/>
        <p:txBody>
          <a:bodyPr/>
          <a:lstStyle/>
          <a:p>
            <a:fld id="{B34469AF-FFED-4213-A525-042E3359B0A0}" type="datetimeFigureOut">
              <a:rPr lang="es-CO" smtClean="0"/>
              <a:t>26/09/2023</a:t>
            </a:fld>
            <a:endParaRPr lang="es-CO"/>
          </a:p>
        </p:txBody>
      </p:sp>
      <p:sp>
        <p:nvSpPr>
          <p:cNvPr id="5" name="Marcador de pie de página 4">
            <a:extLst>
              <a:ext uri="{FF2B5EF4-FFF2-40B4-BE49-F238E27FC236}">
                <a16:creationId xmlns:a16="http://schemas.microsoft.com/office/drawing/2014/main" id="{979EF564-8A82-4F9E-BF96-B3168B7BBAA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D709BE3-7179-4951-8E64-625409C0E34E}"/>
              </a:ext>
            </a:extLst>
          </p:cNvPr>
          <p:cNvSpPr>
            <a:spLocks noGrp="1"/>
          </p:cNvSpPr>
          <p:nvPr>
            <p:ph type="sldNum" sz="quarter" idx="12"/>
          </p:nvPr>
        </p:nvSpPr>
        <p:spPr/>
        <p:txBody>
          <a:bodyPr/>
          <a:lstStyle/>
          <a:p>
            <a:fld id="{C94FF66F-F12A-465D-B929-75EAEA89D57C}" type="slidenum">
              <a:rPr lang="es-CO" smtClean="0"/>
              <a:t>‹#›</a:t>
            </a:fld>
            <a:endParaRPr lang="es-CO"/>
          </a:p>
        </p:txBody>
      </p:sp>
    </p:spTree>
    <p:extLst>
      <p:ext uri="{BB962C8B-B14F-4D97-AF65-F5344CB8AC3E}">
        <p14:creationId xmlns:p14="http://schemas.microsoft.com/office/powerpoint/2010/main" val="3836611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439A60-7C65-4B8C-BCF7-2BB70175E211}"/>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EE26E3A-733E-4851-8085-7A8DD36DAA37}"/>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BC7DA61-3FA6-429D-99BC-C4F4CE8FE614}"/>
              </a:ext>
            </a:extLst>
          </p:cNvPr>
          <p:cNvSpPr>
            <a:spLocks noGrp="1"/>
          </p:cNvSpPr>
          <p:nvPr>
            <p:ph type="dt" sz="half" idx="10"/>
          </p:nvPr>
        </p:nvSpPr>
        <p:spPr/>
        <p:txBody>
          <a:bodyPr/>
          <a:lstStyle/>
          <a:p>
            <a:fld id="{B34469AF-FFED-4213-A525-042E3359B0A0}" type="datetimeFigureOut">
              <a:rPr lang="es-CO" smtClean="0"/>
              <a:t>26/09/2023</a:t>
            </a:fld>
            <a:endParaRPr lang="es-CO"/>
          </a:p>
        </p:txBody>
      </p:sp>
      <p:sp>
        <p:nvSpPr>
          <p:cNvPr id="5" name="Marcador de pie de página 4">
            <a:extLst>
              <a:ext uri="{FF2B5EF4-FFF2-40B4-BE49-F238E27FC236}">
                <a16:creationId xmlns:a16="http://schemas.microsoft.com/office/drawing/2014/main" id="{EB3A005D-7933-4FE7-BC8C-7BF7B343C7A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AAE7AC9-6338-4046-A058-B89AF862B94C}"/>
              </a:ext>
            </a:extLst>
          </p:cNvPr>
          <p:cNvSpPr>
            <a:spLocks noGrp="1"/>
          </p:cNvSpPr>
          <p:nvPr>
            <p:ph type="sldNum" sz="quarter" idx="12"/>
          </p:nvPr>
        </p:nvSpPr>
        <p:spPr/>
        <p:txBody>
          <a:bodyPr/>
          <a:lstStyle/>
          <a:p>
            <a:fld id="{C94FF66F-F12A-465D-B929-75EAEA89D57C}" type="slidenum">
              <a:rPr lang="es-CO" smtClean="0"/>
              <a:t>‹#›</a:t>
            </a:fld>
            <a:endParaRPr lang="es-CO"/>
          </a:p>
        </p:txBody>
      </p:sp>
    </p:spTree>
    <p:extLst>
      <p:ext uri="{BB962C8B-B14F-4D97-AF65-F5344CB8AC3E}">
        <p14:creationId xmlns:p14="http://schemas.microsoft.com/office/powerpoint/2010/main" val="1464131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C3295A-5029-4E59-A658-CE7540BD921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B01667AD-1F91-4B5F-94E3-86EA72B27D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E899A51-4CC5-4FC6-A120-B38D8375BEAB}"/>
              </a:ext>
            </a:extLst>
          </p:cNvPr>
          <p:cNvSpPr>
            <a:spLocks noGrp="1"/>
          </p:cNvSpPr>
          <p:nvPr>
            <p:ph type="dt" sz="half" idx="10"/>
          </p:nvPr>
        </p:nvSpPr>
        <p:spPr/>
        <p:txBody>
          <a:bodyPr/>
          <a:lstStyle/>
          <a:p>
            <a:fld id="{B34469AF-FFED-4213-A525-042E3359B0A0}" type="datetimeFigureOut">
              <a:rPr lang="es-CO" smtClean="0"/>
              <a:t>26/09/2023</a:t>
            </a:fld>
            <a:endParaRPr lang="es-CO"/>
          </a:p>
        </p:txBody>
      </p:sp>
      <p:sp>
        <p:nvSpPr>
          <p:cNvPr id="5" name="Marcador de pie de página 4">
            <a:extLst>
              <a:ext uri="{FF2B5EF4-FFF2-40B4-BE49-F238E27FC236}">
                <a16:creationId xmlns:a16="http://schemas.microsoft.com/office/drawing/2014/main" id="{2A5AFAD4-B9FD-441A-A524-2206AB688A2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5D03ADB-5F2C-4198-A886-5B060796A1A9}"/>
              </a:ext>
            </a:extLst>
          </p:cNvPr>
          <p:cNvSpPr>
            <a:spLocks noGrp="1"/>
          </p:cNvSpPr>
          <p:nvPr>
            <p:ph type="sldNum" sz="quarter" idx="12"/>
          </p:nvPr>
        </p:nvSpPr>
        <p:spPr/>
        <p:txBody>
          <a:bodyPr/>
          <a:lstStyle/>
          <a:p>
            <a:fld id="{C94FF66F-F12A-465D-B929-75EAEA89D57C}" type="slidenum">
              <a:rPr lang="es-CO" smtClean="0"/>
              <a:t>‹#›</a:t>
            </a:fld>
            <a:endParaRPr lang="es-CO"/>
          </a:p>
        </p:txBody>
      </p:sp>
    </p:spTree>
    <p:extLst>
      <p:ext uri="{BB962C8B-B14F-4D97-AF65-F5344CB8AC3E}">
        <p14:creationId xmlns:p14="http://schemas.microsoft.com/office/powerpoint/2010/main" val="797579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FA1D35-C88B-4D79-8B75-06396ECBC70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EA6DD66-4952-45C0-ADED-08443433C14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DD1A3567-20E7-446B-8C35-E5F45EBDA37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53D0941A-23B9-44CC-B795-95CF00A0F6D9}"/>
              </a:ext>
            </a:extLst>
          </p:cNvPr>
          <p:cNvSpPr>
            <a:spLocks noGrp="1"/>
          </p:cNvSpPr>
          <p:nvPr>
            <p:ph type="dt" sz="half" idx="10"/>
          </p:nvPr>
        </p:nvSpPr>
        <p:spPr/>
        <p:txBody>
          <a:bodyPr/>
          <a:lstStyle/>
          <a:p>
            <a:fld id="{B34469AF-FFED-4213-A525-042E3359B0A0}" type="datetimeFigureOut">
              <a:rPr lang="es-CO" smtClean="0"/>
              <a:t>26/09/2023</a:t>
            </a:fld>
            <a:endParaRPr lang="es-CO"/>
          </a:p>
        </p:txBody>
      </p:sp>
      <p:sp>
        <p:nvSpPr>
          <p:cNvPr id="6" name="Marcador de pie de página 5">
            <a:extLst>
              <a:ext uri="{FF2B5EF4-FFF2-40B4-BE49-F238E27FC236}">
                <a16:creationId xmlns:a16="http://schemas.microsoft.com/office/drawing/2014/main" id="{FF10EA32-7E68-4546-98A5-C583A23795C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2B1F7A8-52CF-4C47-B4A2-817331714E3B}"/>
              </a:ext>
            </a:extLst>
          </p:cNvPr>
          <p:cNvSpPr>
            <a:spLocks noGrp="1"/>
          </p:cNvSpPr>
          <p:nvPr>
            <p:ph type="sldNum" sz="quarter" idx="12"/>
          </p:nvPr>
        </p:nvSpPr>
        <p:spPr/>
        <p:txBody>
          <a:bodyPr/>
          <a:lstStyle/>
          <a:p>
            <a:fld id="{C94FF66F-F12A-465D-B929-75EAEA89D57C}" type="slidenum">
              <a:rPr lang="es-CO" smtClean="0"/>
              <a:t>‹#›</a:t>
            </a:fld>
            <a:endParaRPr lang="es-CO"/>
          </a:p>
        </p:txBody>
      </p:sp>
    </p:spTree>
    <p:extLst>
      <p:ext uri="{BB962C8B-B14F-4D97-AF65-F5344CB8AC3E}">
        <p14:creationId xmlns:p14="http://schemas.microsoft.com/office/powerpoint/2010/main" val="3069679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850D00-4DC1-4BC5-A82B-FE55CA6E5CB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FF3ED01-2933-4623-81A1-3FBBC3017F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27962A6-7693-4C93-9C4D-C4FE8FE4774B}"/>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5984C145-266F-4EE7-8834-21B5291F57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EC38DC9-82C6-4C40-B310-F8A11D223E3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87A56409-DB90-43E7-B3E0-86C31CFD9B9E}"/>
              </a:ext>
            </a:extLst>
          </p:cNvPr>
          <p:cNvSpPr>
            <a:spLocks noGrp="1"/>
          </p:cNvSpPr>
          <p:nvPr>
            <p:ph type="dt" sz="half" idx="10"/>
          </p:nvPr>
        </p:nvSpPr>
        <p:spPr/>
        <p:txBody>
          <a:bodyPr/>
          <a:lstStyle/>
          <a:p>
            <a:fld id="{B34469AF-FFED-4213-A525-042E3359B0A0}" type="datetimeFigureOut">
              <a:rPr lang="es-CO" smtClean="0"/>
              <a:t>26/09/2023</a:t>
            </a:fld>
            <a:endParaRPr lang="es-CO"/>
          </a:p>
        </p:txBody>
      </p:sp>
      <p:sp>
        <p:nvSpPr>
          <p:cNvPr id="8" name="Marcador de pie de página 7">
            <a:extLst>
              <a:ext uri="{FF2B5EF4-FFF2-40B4-BE49-F238E27FC236}">
                <a16:creationId xmlns:a16="http://schemas.microsoft.com/office/drawing/2014/main" id="{60FFFF06-284E-4345-B220-CB37C19EBE0A}"/>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DB83A2CF-4D4F-4351-9EFC-5F80BEDC17A6}"/>
              </a:ext>
            </a:extLst>
          </p:cNvPr>
          <p:cNvSpPr>
            <a:spLocks noGrp="1"/>
          </p:cNvSpPr>
          <p:nvPr>
            <p:ph type="sldNum" sz="quarter" idx="12"/>
          </p:nvPr>
        </p:nvSpPr>
        <p:spPr/>
        <p:txBody>
          <a:bodyPr/>
          <a:lstStyle/>
          <a:p>
            <a:fld id="{C94FF66F-F12A-465D-B929-75EAEA89D57C}" type="slidenum">
              <a:rPr lang="es-CO" smtClean="0"/>
              <a:t>‹#›</a:t>
            </a:fld>
            <a:endParaRPr lang="es-CO"/>
          </a:p>
        </p:txBody>
      </p:sp>
    </p:spTree>
    <p:extLst>
      <p:ext uri="{BB962C8B-B14F-4D97-AF65-F5344CB8AC3E}">
        <p14:creationId xmlns:p14="http://schemas.microsoft.com/office/powerpoint/2010/main" val="1366449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778716-7988-4F7B-B5EA-F465C4B9217D}"/>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60E02511-7664-4859-9764-50C189A38797}"/>
              </a:ext>
            </a:extLst>
          </p:cNvPr>
          <p:cNvSpPr>
            <a:spLocks noGrp="1"/>
          </p:cNvSpPr>
          <p:nvPr>
            <p:ph type="dt" sz="half" idx="10"/>
          </p:nvPr>
        </p:nvSpPr>
        <p:spPr/>
        <p:txBody>
          <a:bodyPr/>
          <a:lstStyle/>
          <a:p>
            <a:fld id="{B34469AF-FFED-4213-A525-042E3359B0A0}" type="datetimeFigureOut">
              <a:rPr lang="es-CO" smtClean="0"/>
              <a:t>26/09/2023</a:t>
            </a:fld>
            <a:endParaRPr lang="es-CO"/>
          </a:p>
        </p:txBody>
      </p:sp>
      <p:sp>
        <p:nvSpPr>
          <p:cNvPr id="4" name="Marcador de pie de página 3">
            <a:extLst>
              <a:ext uri="{FF2B5EF4-FFF2-40B4-BE49-F238E27FC236}">
                <a16:creationId xmlns:a16="http://schemas.microsoft.com/office/drawing/2014/main" id="{76D294C9-4D53-4B5E-9275-737260648253}"/>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7A15F1D9-997F-4A2A-8CCB-E0D0B6DB520F}"/>
              </a:ext>
            </a:extLst>
          </p:cNvPr>
          <p:cNvSpPr>
            <a:spLocks noGrp="1"/>
          </p:cNvSpPr>
          <p:nvPr>
            <p:ph type="sldNum" sz="quarter" idx="12"/>
          </p:nvPr>
        </p:nvSpPr>
        <p:spPr/>
        <p:txBody>
          <a:bodyPr/>
          <a:lstStyle/>
          <a:p>
            <a:fld id="{C94FF66F-F12A-465D-B929-75EAEA89D57C}" type="slidenum">
              <a:rPr lang="es-CO" smtClean="0"/>
              <a:t>‹#›</a:t>
            </a:fld>
            <a:endParaRPr lang="es-CO"/>
          </a:p>
        </p:txBody>
      </p:sp>
    </p:spTree>
    <p:extLst>
      <p:ext uri="{BB962C8B-B14F-4D97-AF65-F5344CB8AC3E}">
        <p14:creationId xmlns:p14="http://schemas.microsoft.com/office/powerpoint/2010/main" val="20721940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A84A472-7B10-42D8-B434-9B8365191FE7}"/>
              </a:ext>
            </a:extLst>
          </p:cNvPr>
          <p:cNvSpPr>
            <a:spLocks noGrp="1"/>
          </p:cNvSpPr>
          <p:nvPr>
            <p:ph type="dt" sz="half" idx="10"/>
          </p:nvPr>
        </p:nvSpPr>
        <p:spPr/>
        <p:txBody>
          <a:bodyPr/>
          <a:lstStyle/>
          <a:p>
            <a:fld id="{B34469AF-FFED-4213-A525-042E3359B0A0}" type="datetimeFigureOut">
              <a:rPr lang="es-CO" smtClean="0"/>
              <a:t>26/09/2023</a:t>
            </a:fld>
            <a:endParaRPr lang="es-CO"/>
          </a:p>
        </p:txBody>
      </p:sp>
      <p:sp>
        <p:nvSpPr>
          <p:cNvPr id="3" name="Marcador de pie de página 2">
            <a:extLst>
              <a:ext uri="{FF2B5EF4-FFF2-40B4-BE49-F238E27FC236}">
                <a16:creationId xmlns:a16="http://schemas.microsoft.com/office/drawing/2014/main" id="{46BC5338-5009-4798-9562-A442780755A0}"/>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7D7A8F58-5E57-4F94-8002-12EAE20577F1}"/>
              </a:ext>
            </a:extLst>
          </p:cNvPr>
          <p:cNvSpPr>
            <a:spLocks noGrp="1"/>
          </p:cNvSpPr>
          <p:nvPr>
            <p:ph type="sldNum" sz="quarter" idx="12"/>
          </p:nvPr>
        </p:nvSpPr>
        <p:spPr/>
        <p:txBody>
          <a:bodyPr/>
          <a:lstStyle/>
          <a:p>
            <a:fld id="{C94FF66F-F12A-465D-B929-75EAEA89D57C}" type="slidenum">
              <a:rPr lang="es-CO" smtClean="0"/>
              <a:t>‹#›</a:t>
            </a:fld>
            <a:endParaRPr lang="es-CO"/>
          </a:p>
        </p:txBody>
      </p:sp>
    </p:spTree>
    <p:extLst>
      <p:ext uri="{BB962C8B-B14F-4D97-AF65-F5344CB8AC3E}">
        <p14:creationId xmlns:p14="http://schemas.microsoft.com/office/powerpoint/2010/main" val="3298413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1661E6-1C97-44F4-A369-47020574260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787CAA02-8679-4B6A-8112-47BFD54C3B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64DF4FC3-BB59-4C08-B0C8-1B5021B6CC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BEAF8F7-5DCB-41E6-B6D9-60A59FC7F4CA}"/>
              </a:ext>
            </a:extLst>
          </p:cNvPr>
          <p:cNvSpPr>
            <a:spLocks noGrp="1"/>
          </p:cNvSpPr>
          <p:nvPr>
            <p:ph type="dt" sz="half" idx="10"/>
          </p:nvPr>
        </p:nvSpPr>
        <p:spPr/>
        <p:txBody>
          <a:bodyPr/>
          <a:lstStyle/>
          <a:p>
            <a:fld id="{B34469AF-FFED-4213-A525-042E3359B0A0}" type="datetimeFigureOut">
              <a:rPr lang="es-CO" smtClean="0"/>
              <a:t>26/09/2023</a:t>
            </a:fld>
            <a:endParaRPr lang="es-CO"/>
          </a:p>
        </p:txBody>
      </p:sp>
      <p:sp>
        <p:nvSpPr>
          <p:cNvPr id="6" name="Marcador de pie de página 5">
            <a:extLst>
              <a:ext uri="{FF2B5EF4-FFF2-40B4-BE49-F238E27FC236}">
                <a16:creationId xmlns:a16="http://schemas.microsoft.com/office/drawing/2014/main" id="{D82A4301-B069-46A1-9A22-313967F635A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8A65D16-B517-458A-85E6-150825BFEFB4}"/>
              </a:ext>
            </a:extLst>
          </p:cNvPr>
          <p:cNvSpPr>
            <a:spLocks noGrp="1"/>
          </p:cNvSpPr>
          <p:nvPr>
            <p:ph type="sldNum" sz="quarter" idx="12"/>
          </p:nvPr>
        </p:nvSpPr>
        <p:spPr/>
        <p:txBody>
          <a:bodyPr/>
          <a:lstStyle/>
          <a:p>
            <a:fld id="{C94FF66F-F12A-465D-B929-75EAEA89D57C}" type="slidenum">
              <a:rPr lang="es-CO" smtClean="0"/>
              <a:t>‹#›</a:t>
            </a:fld>
            <a:endParaRPr lang="es-CO"/>
          </a:p>
        </p:txBody>
      </p:sp>
    </p:spTree>
    <p:extLst>
      <p:ext uri="{BB962C8B-B14F-4D97-AF65-F5344CB8AC3E}">
        <p14:creationId xmlns:p14="http://schemas.microsoft.com/office/powerpoint/2010/main" val="4220503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560829-021F-4C3F-BBAF-F6DEF76783E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2554C023-5649-4972-9793-BDB55A3484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616A4D63-87D1-484D-94D7-B11D05CF3B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0AE670B-D0B9-4E1B-920C-C4A7F66C07DE}"/>
              </a:ext>
            </a:extLst>
          </p:cNvPr>
          <p:cNvSpPr>
            <a:spLocks noGrp="1"/>
          </p:cNvSpPr>
          <p:nvPr>
            <p:ph type="dt" sz="half" idx="10"/>
          </p:nvPr>
        </p:nvSpPr>
        <p:spPr/>
        <p:txBody>
          <a:bodyPr/>
          <a:lstStyle/>
          <a:p>
            <a:fld id="{B34469AF-FFED-4213-A525-042E3359B0A0}" type="datetimeFigureOut">
              <a:rPr lang="es-CO" smtClean="0"/>
              <a:t>26/09/2023</a:t>
            </a:fld>
            <a:endParaRPr lang="es-CO"/>
          </a:p>
        </p:txBody>
      </p:sp>
      <p:sp>
        <p:nvSpPr>
          <p:cNvPr id="6" name="Marcador de pie de página 5">
            <a:extLst>
              <a:ext uri="{FF2B5EF4-FFF2-40B4-BE49-F238E27FC236}">
                <a16:creationId xmlns:a16="http://schemas.microsoft.com/office/drawing/2014/main" id="{FCE3A2A4-F5BD-4940-A12F-5CB68A994F00}"/>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D1CE6A3E-60AD-42DD-82D3-EB77A0088AA1}"/>
              </a:ext>
            </a:extLst>
          </p:cNvPr>
          <p:cNvSpPr>
            <a:spLocks noGrp="1"/>
          </p:cNvSpPr>
          <p:nvPr>
            <p:ph type="sldNum" sz="quarter" idx="12"/>
          </p:nvPr>
        </p:nvSpPr>
        <p:spPr/>
        <p:txBody>
          <a:bodyPr/>
          <a:lstStyle/>
          <a:p>
            <a:fld id="{C94FF66F-F12A-465D-B929-75EAEA89D57C}" type="slidenum">
              <a:rPr lang="es-CO" smtClean="0"/>
              <a:t>‹#›</a:t>
            </a:fld>
            <a:endParaRPr lang="es-CO"/>
          </a:p>
        </p:txBody>
      </p:sp>
    </p:spTree>
    <p:extLst>
      <p:ext uri="{BB962C8B-B14F-4D97-AF65-F5344CB8AC3E}">
        <p14:creationId xmlns:p14="http://schemas.microsoft.com/office/powerpoint/2010/main" val="3303786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344289-F7D1-4C3F-8354-E88BAC3A001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19EF968D-6368-4002-99A2-B95AAE37792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D3DD975-C1F8-48A3-BBE6-BAF3A5B12380}"/>
              </a:ext>
            </a:extLst>
          </p:cNvPr>
          <p:cNvSpPr>
            <a:spLocks noGrp="1"/>
          </p:cNvSpPr>
          <p:nvPr>
            <p:ph type="dt" sz="half" idx="10"/>
          </p:nvPr>
        </p:nvSpPr>
        <p:spPr/>
        <p:txBody>
          <a:bodyPr/>
          <a:lstStyle/>
          <a:p>
            <a:fld id="{B34469AF-FFED-4213-A525-042E3359B0A0}" type="datetimeFigureOut">
              <a:rPr lang="es-CO" smtClean="0"/>
              <a:t>26/09/2023</a:t>
            </a:fld>
            <a:endParaRPr lang="es-CO"/>
          </a:p>
        </p:txBody>
      </p:sp>
      <p:sp>
        <p:nvSpPr>
          <p:cNvPr id="5" name="Marcador de pie de página 4">
            <a:extLst>
              <a:ext uri="{FF2B5EF4-FFF2-40B4-BE49-F238E27FC236}">
                <a16:creationId xmlns:a16="http://schemas.microsoft.com/office/drawing/2014/main" id="{3D36C46D-2E0C-4997-A22E-AB843AF0DC2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496DDCF-ED42-4FD4-96E5-3D28274BAED5}"/>
              </a:ext>
            </a:extLst>
          </p:cNvPr>
          <p:cNvSpPr>
            <a:spLocks noGrp="1"/>
          </p:cNvSpPr>
          <p:nvPr>
            <p:ph type="sldNum" sz="quarter" idx="12"/>
          </p:nvPr>
        </p:nvSpPr>
        <p:spPr/>
        <p:txBody>
          <a:bodyPr/>
          <a:lstStyle/>
          <a:p>
            <a:fld id="{C94FF66F-F12A-465D-B929-75EAEA89D57C}" type="slidenum">
              <a:rPr lang="es-CO" smtClean="0"/>
              <a:t>‹#›</a:t>
            </a:fld>
            <a:endParaRPr lang="es-CO"/>
          </a:p>
        </p:txBody>
      </p:sp>
    </p:spTree>
    <p:extLst>
      <p:ext uri="{BB962C8B-B14F-4D97-AF65-F5344CB8AC3E}">
        <p14:creationId xmlns:p14="http://schemas.microsoft.com/office/powerpoint/2010/main" val="3175360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20D161D-21EA-45C0-9763-4B7A0886B03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993A8D5-9430-48F3-B33D-7554EFC1EC0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5383C8A-E8D8-4539-BBA9-2A9C8D086CDE}"/>
              </a:ext>
            </a:extLst>
          </p:cNvPr>
          <p:cNvSpPr>
            <a:spLocks noGrp="1"/>
          </p:cNvSpPr>
          <p:nvPr>
            <p:ph type="dt" sz="half" idx="10"/>
          </p:nvPr>
        </p:nvSpPr>
        <p:spPr/>
        <p:txBody>
          <a:bodyPr/>
          <a:lstStyle/>
          <a:p>
            <a:fld id="{B34469AF-FFED-4213-A525-042E3359B0A0}" type="datetimeFigureOut">
              <a:rPr lang="es-CO" smtClean="0"/>
              <a:t>26/09/2023</a:t>
            </a:fld>
            <a:endParaRPr lang="es-CO"/>
          </a:p>
        </p:txBody>
      </p:sp>
      <p:sp>
        <p:nvSpPr>
          <p:cNvPr id="5" name="Marcador de pie de página 4">
            <a:extLst>
              <a:ext uri="{FF2B5EF4-FFF2-40B4-BE49-F238E27FC236}">
                <a16:creationId xmlns:a16="http://schemas.microsoft.com/office/drawing/2014/main" id="{31EC9B49-38DA-47DC-AAA9-FC84FAE6AAE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2122C48-275B-4A9A-91EA-BB4115CD162C}"/>
              </a:ext>
            </a:extLst>
          </p:cNvPr>
          <p:cNvSpPr>
            <a:spLocks noGrp="1"/>
          </p:cNvSpPr>
          <p:nvPr>
            <p:ph type="sldNum" sz="quarter" idx="12"/>
          </p:nvPr>
        </p:nvSpPr>
        <p:spPr/>
        <p:txBody>
          <a:bodyPr/>
          <a:lstStyle/>
          <a:p>
            <a:fld id="{C94FF66F-F12A-465D-B929-75EAEA89D57C}" type="slidenum">
              <a:rPr lang="es-CO" smtClean="0"/>
              <a:t>‹#›</a:t>
            </a:fld>
            <a:endParaRPr lang="es-CO"/>
          </a:p>
        </p:txBody>
      </p:sp>
    </p:spTree>
    <p:extLst>
      <p:ext uri="{BB962C8B-B14F-4D97-AF65-F5344CB8AC3E}">
        <p14:creationId xmlns:p14="http://schemas.microsoft.com/office/powerpoint/2010/main" val="1295250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593925A-85D9-45FC-8DC1-C6EE22CF71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9543DD1-5CE0-4633-B9F6-9522F39E5E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33CCB90-83EC-4251-B87C-66449D59D4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4469AF-FFED-4213-A525-042E3359B0A0}" type="datetimeFigureOut">
              <a:rPr lang="es-CO" smtClean="0"/>
              <a:t>26/09/2023</a:t>
            </a:fld>
            <a:endParaRPr lang="es-CO"/>
          </a:p>
        </p:txBody>
      </p:sp>
      <p:sp>
        <p:nvSpPr>
          <p:cNvPr id="5" name="Marcador de pie de página 4">
            <a:extLst>
              <a:ext uri="{FF2B5EF4-FFF2-40B4-BE49-F238E27FC236}">
                <a16:creationId xmlns:a16="http://schemas.microsoft.com/office/drawing/2014/main" id="{E32F1963-6D39-4567-99FA-6FBD0F8E51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97E36E88-E46F-4D6C-BB90-99612BB7CB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4FF66F-F12A-465D-B929-75EAEA89D57C}" type="slidenum">
              <a:rPr lang="es-CO" smtClean="0"/>
              <a:t>‹#›</a:t>
            </a:fld>
            <a:endParaRPr lang="es-CO"/>
          </a:p>
        </p:txBody>
      </p:sp>
    </p:spTree>
    <p:extLst>
      <p:ext uri="{BB962C8B-B14F-4D97-AF65-F5344CB8AC3E}">
        <p14:creationId xmlns:p14="http://schemas.microsoft.com/office/powerpoint/2010/main" val="2220525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7.png"/><Relationship Id="rId7" Type="http://schemas.openxmlformats.org/officeDocument/2006/relationships/customXml" Target="../ink/ink1.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PCB Layout &amp;amp; Routing by Altium Designer: How to Process - Olinapcb">
            <a:extLst>
              <a:ext uri="{FF2B5EF4-FFF2-40B4-BE49-F238E27FC236}">
                <a16:creationId xmlns:a16="http://schemas.microsoft.com/office/drawing/2014/main" id="{32787D29-4EE3-45E9-94EA-AFA03520301C}"/>
              </a:ext>
            </a:extLst>
          </p:cNvPr>
          <p:cNvPicPr>
            <a:picLocks noChangeAspect="1" noChangeArrowheads="1"/>
          </p:cNvPicPr>
          <p:nvPr/>
        </p:nvPicPr>
        <p:blipFill rotWithShape="1">
          <a:blip r:embed="rId2">
            <a:alphaModFix amt="50000"/>
            <a:extLst>
              <a:ext uri="{BEBA8EAE-BF5A-486C-A8C5-ECC9F3942E4B}">
                <a14:imgProps xmlns:a14="http://schemas.microsoft.com/office/drawing/2010/main">
                  <a14:imgLayer r:embed="rId3">
                    <a14:imgEffect>
                      <a14:artisticPastelsSmooth/>
                    </a14:imgEffect>
                  </a14:imgLayer>
                </a14:imgProps>
              </a:ext>
              <a:ext uri="{28A0092B-C50C-407E-A947-70E740481C1C}">
                <a14:useLocalDpi xmlns:a14="http://schemas.microsoft.com/office/drawing/2010/main" val="0"/>
              </a:ext>
            </a:extLst>
          </a:blip>
          <a:srcRect b="11417"/>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71" name="Freeform 5">
            <a:extLst>
              <a:ext uri="{FF2B5EF4-FFF2-40B4-BE49-F238E27FC236}">
                <a16:creationId xmlns:a16="http://schemas.microsoft.com/office/drawing/2014/main" id="{87CC2527-562A-4F69-B487-4371E5B24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7488621" y="2277613"/>
            <a:ext cx="4703379" cy="4580387"/>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0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ítulo 1">
            <a:extLst>
              <a:ext uri="{FF2B5EF4-FFF2-40B4-BE49-F238E27FC236}">
                <a16:creationId xmlns:a16="http://schemas.microsoft.com/office/drawing/2014/main" id="{EAF2607F-A124-4437-819C-C0AD60962306}"/>
              </a:ext>
            </a:extLst>
          </p:cNvPr>
          <p:cNvSpPr>
            <a:spLocks noGrp="1"/>
          </p:cNvSpPr>
          <p:nvPr>
            <p:ph type="ctrTitle"/>
          </p:nvPr>
        </p:nvSpPr>
        <p:spPr>
          <a:xfrm>
            <a:off x="8022021" y="3231931"/>
            <a:ext cx="3852041" cy="1834056"/>
          </a:xfrm>
        </p:spPr>
        <p:txBody>
          <a:bodyPr>
            <a:normAutofit/>
          </a:bodyPr>
          <a:lstStyle/>
          <a:p>
            <a:r>
              <a:rPr lang="es-CO" sz="4000" dirty="0"/>
              <a:t>Captura de Esquemáticos</a:t>
            </a:r>
          </a:p>
        </p:txBody>
      </p:sp>
      <p:sp>
        <p:nvSpPr>
          <p:cNvPr id="3" name="Subtítulo 2">
            <a:extLst>
              <a:ext uri="{FF2B5EF4-FFF2-40B4-BE49-F238E27FC236}">
                <a16:creationId xmlns:a16="http://schemas.microsoft.com/office/drawing/2014/main" id="{438979F1-BC7D-40B2-9B84-9C8FCE4A7961}"/>
              </a:ext>
            </a:extLst>
          </p:cNvPr>
          <p:cNvSpPr>
            <a:spLocks noGrp="1"/>
          </p:cNvSpPr>
          <p:nvPr>
            <p:ph type="subTitle" idx="1"/>
          </p:nvPr>
        </p:nvSpPr>
        <p:spPr>
          <a:xfrm>
            <a:off x="7782910" y="5242675"/>
            <a:ext cx="4330262" cy="683284"/>
          </a:xfrm>
        </p:spPr>
        <p:txBody>
          <a:bodyPr>
            <a:normAutofit/>
          </a:bodyPr>
          <a:lstStyle/>
          <a:p>
            <a:r>
              <a:rPr lang="es-CO" sz="2000"/>
              <a:t>Unidad 2 – Herramientas diseño PCB</a:t>
            </a:r>
          </a:p>
        </p:txBody>
      </p:sp>
      <p:cxnSp>
        <p:nvCxnSpPr>
          <p:cNvPr id="73" name="Straight Connector 72">
            <a:extLst>
              <a:ext uri="{FF2B5EF4-FFF2-40B4-BE49-F238E27FC236}">
                <a16:creationId xmlns:a16="http://schemas.microsoft.com/office/drawing/2014/main" id="{BCDAEC91-5BCE-4B55-9CC0-43EF94CB73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80331" y="5123793"/>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9835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C67B118-D28B-48B9-A860-E94786614030}"/>
              </a:ext>
            </a:extLst>
          </p:cNvPr>
          <p:cNvSpPr>
            <a:spLocks noGrp="1"/>
          </p:cNvSpPr>
          <p:nvPr>
            <p:ph type="title"/>
          </p:nvPr>
        </p:nvSpPr>
        <p:spPr>
          <a:xfrm>
            <a:off x="841248" y="548640"/>
            <a:ext cx="3600860" cy="5431536"/>
          </a:xfrm>
        </p:spPr>
        <p:txBody>
          <a:bodyPr>
            <a:normAutofit/>
          </a:bodyPr>
          <a:lstStyle/>
          <a:p>
            <a:pPr algn="ctr"/>
            <a:r>
              <a:rPr lang="es-CO" sz="5000" dirty="0"/>
              <a:t>Capturando ideas en un diagrama esquemático</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4D75468-3504-4884-9291-8D4CD42226BE}"/>
              </a:ext>
            </a:extLst>
          </p:cNvPr>
          <p:cNvSpPr>
            <a:spLocks noGrp="1"/>
          </p:cNvSpPr>
          <p:nvPr>
            <p:ph idx="1"/>
          </p:nvPr>
        </p:nvSpPr>
        <p:spPr>
          <a:xfrm>
            <a:off x="5126418" y="552091"/>
            <a:ext cx="6224335" cy="5431536"/>
          </a:xfrm>
        </p:spPr>
        <p:txBody>
          <a:bodyPr anchor="ctr">
            <a:normAutofit/>
          </a:bodyPr>
          <a:lstStyle/>
          <a:p>
            <a:r>
              <a:rPr lang="es-CO" sz="1700" dirty="0"/>
              <a:t>Captura de esquemáticos es el proceso de crear la representación lógica de un circuito electrónico</a:t>
            </a:r>
          </a:p>
          <a:p>
            <a:pPr lvl="1"/>
            <a:r>
              <a:rPr lang="es-CO" sz="1700" dirty="0"/>
              <a:t>Implica la conexión de un conjunto de símbolos entre si de una forma única</a:t>
            </a:r>
          </a:p>
          <a:p>
            <a:pPr lvl="1"/>
            <a:r>
              <a:rPr lang="es-CO" sz="1700" dirty="0"/>
              <a:t>Crear el diagrama esquemático de forma electrónica tiene algunas ventajas</a:t>
            </a:r>
          </a:p>
          <a:p>
            <a:pPr lvl="2"/>
            <a:r>
              <a:rPr lang="es-CO" sz="1700" dirty="0"/>
              <a:t>Representación gráfica de alta calidad para impresión y documentación</a:t>
            </a:r>
          </a:p>
          <a:p>
            <a:pPr lvl="2"/>
            <a:r>
              <a:rPr lang="es-CO" sz="1700" dirty="0"/>
              <a:t>Simulación de la correcta operación del circuito</a:t>
            </a:r>
          </a:p>
          <a:p>
            <a:pPr lvl="2"/>
            <a:r>
              <a:rPr lang="es-CO" sz="1700" dirty="0"/>
              <a:t>Transferir el diseño a una herramienta de diseño de </a:t>
            </a:r>
            <a:r>
              <a:rPr lang="es-CO" sz="1700" dirty="0" err="1"/>
              <a:t>PCBs</a:t>
            </a:r>
            <a:endParaRPr lang="es-CO" sz="1700" dirty="0"/>
          </a:p>
          <a:p>
            <a:pPr lvl="2"/>
            <a:r>
              <a:rPr lang="es-CO" sz="1700" dirty="0"/>
              <a:t>Detectar errores y realizar chequeos de diferente tipo</a:t>
            </a:r>
          </a:p>
          <a:p>
            <a:pPr lvl="2"/>
            <a:r>
              <a:rPr lang="es-CO" sz="1700" dirty="0"/>
              <a:t>Generar lista de componentes y manejo de proveedores</a:t>
            </a:r>
          </a:p>
          <a:p>
            <a:r>
              <a:rPr lang="es-CO" sz="1700" dirty="0"/>
              <a:t>El proceso es simple, pero los desafíos están en los detalles</a:t>
            </a:r>
          </a:p>
          <a:p>
            <a:pPr lvl="1"/>
            <a:r>
              <a:rPr lang="es-CO" sz="1700" dirty="0"/>
              <a:t>Falta de certeza acerca de si el producto funcionará o no</a:t>
            </a:r>
          </a:p>
          <a:p>
            <a:pPr lvl="1"/>
            <a:r>
              <a:rPr lang="es-CO" sz="1700" dirty="0"/>
              <a:t>Complejidad de representar correctamente un circuito con decenas o cientos de componentes conectados con cientos o miles de redes</a:t>
            </a:r>
          </a:p>
          <a:p>
            <a:pPr lvl="2"/>
            <a:endParaRPr lang="es-CO" sz="1700" dirty="0"/>
          </a:p>
        </p:txBody>
      </p:sp>
    </p:spTree>
    <p:extLst>
      <p:ext uri="{BB962C8B-B14F-4D97-AF65-F5344CB8AC3E}">
        <p14:creationId xmlns:p14="http://schemas.microsoft.com/office/powerpoint/2010/main" val="2068490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E737D73-4783-4570-A352-13E7DC427BE7}"/>
              </a:ext>
            </a:extLst>
          </p:cNvPr>
          <p:cNvSpPr>
            <a:spLocks noGrp="1"/>
          </p:cNvSpPr>
          <p:nvPr>
            <p:ph type="title"/>
          </p:nvPr>
        </p:nvSpPr>
        <p:spPr>
          <a:xfrm>
            <a:off x="841248" y="548640"/>
            <a:ext cx="3600860" cy="5431536"/>
          </a:xfrm>
        </p:spPr>
        <p:txBody>
          <a:bodyPr>
            <a:normAutofit/>
          </a:bodyPr>
          <a:lstStyle/>
          <a:p>
            <a:pPr algn="ctr"/>
            <a:r>
              <a:rPr lang="es-CO" sz="4600" dirty="0"/>
              <a:t>Tendencias de diseño y evolución de las herramientas de captura de esquemáticos</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FFAD7225-FF48-487A-8F3C-EEDC206B44AF}"/>
              </a:ext>
            </a:extLst>
          </p:cNvPr>
          <p:cNvSpPr>
            <a:spLocks noGrp="1"/>
          </p:cNvSpPr>
          <p:nvPr>
            <p:ph idx="1"/>
          </p:nvPr>
        </p:nvSpPr>
        <p:spPr>
          <a:xfrm>
            <a:off x="5126418" y="552091"/>
            <a:ext cx="6224335" cy="5431536"/>
          </a:xfrm>
        </p:spPr>
        <p:txBody>
          <a:bodyPr anchor="ctr">
            <a:normAutofit/>
          </a:bodyPr>
          <a:lstStyle/>
          <a:p>
            <a:r>
              <a:rPr lang="es-CO" sz="2200" dirty="0"/>
              <a:t>El circuito se describe por secciones</a:t>
            </a:r>
          </a:p>
          <a:p>
            <a:pPr lvl="1"/>
            <a:r>
              <a:rPr lang="es-CO" sz="2200" dirty="0"/>
              <a:t>Procesador y memoria</a:t>
            </a:r>
          </a:p>
          <a:p>
            <a:pPr lvl="1"/>
            <a:r>
              <a:rPr lang="es-CO" sz="2200" dirty="0"/>
              <a:t>Interfaz de visualización</a:t>
            </a:r>
          </a:p>
          <a:p>
            <a:pPr lvl="1"/>
            <a:r>
              <a:rPr lang="es-CO" sz="2200" dirty="0"/>
              <a:t>Fuente de potencia</a:t>
            </a:r>
          </a:p>
          <a:p>
            <a:pPr lvl="1"/>
            <a:r>
              <a:rPr lang="es-CO" sz="2200" dirty="0"/>
              <a:t>Procesamiento de IO análogo</a:t>
            </a:r>
          </a:p>
          <a:p>
            <a:pPr lvl="1"/>
            <a:r>
              <a:rPr lang="es-CO" sz="2200" dirty="0"/>
              <a:t>Procesamiento de IO digital</a:t>
            </a:r>
          </a:p>
          <a:p>
            <a:r>
              <a:rPr lang="es-CO" sz="2200" dirty="0"/>
              <a:t>Cada sección de diseño puede tener su propio hoja de esquemáticos</a:t>
            </a:r>
          </a:p>
          <a:p>
            <a:r>
              <a:rPr lang="es-CO" sz="2200" dirty="0"/>
              <a:t>Cada sección se puede transferir de forma independiente a la PCB</a:t>
            </a:r>
          </a:p>
          <a:p>
            <a:r>
              <a:rPr lang="es-CO" sz="2200" dirty="0"/>
              <a:t>Las secciones habilitan el reúso de secciones de esquemáticos en múltiples proyectos</a:t>
            </a:r>
          </a:p>
        </p:txBody>
      </p:sp>
    </p:spTree>
    <p:extLst>
      <p:ext uri="{BB962C8B-B14F-4D97-AF65-F5344CB8AC3E}">
        <p14:creationId xmlns:p14="http://schemas.microsoft.com/office/powerpoint/2010/main" val="147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050AAC-1E7F-47A7-9BC5-19DD5E0C630F}"/>
              </a:ext>
            </a:extLst>
          </p:cNvPr>
          <p:cNvSpPr>
            <a:spLocks noGrp="1"/>
          </p:cNvSpPr>
          <p:nvPr>
            <p:ph type="title"/>
          </p:nvPr>
        </p:nvSpPr>
        <p:spPr/>
        <p:txBody>
          <a:bodyPr/>
          <a:lstStyle/>
          <a:p>
            <a:r>
              <a:rPr lang="es-CO" dirty="0"/>
              <a:t>Flujo de diseño con esquemáticos</a:t>
            </a:r>
          </a:p>
        </p:txBody>
      </p:sp>
      <p:graphicFrame>
        <p:nvGraphicFramePr>
          <p:cNvPr id="4" name="Marcador de contenido 3">
            <a:extLst>
              <a:ext uri="{FF2B5EF4-FFF2-40B4-BE49-F238E27FC236}">
                <a16:creationId xmlns:a16="http://schemas.microsoft.com/office/drawing/2014/main" id="{93B4F883-53E8-4986-B433-59972C47080C}"/>
              </a:ext>
            </a:extLst>
          </p:cNvPr>
          <p:cNvGraphicFramePr>
            <a:graphicFrameLocks noGrp="1"/>
          </p:cNvGraphicFramePr>
          <p:nvPr>
            <p:ph idx="1"/>
            <p:extLst>
              <p:ext uri="{D42A27DB-BD31-4B8C-83A1-F6EECF244321}">
                <p14:modId xmlns:p14="http://schemas.microsoft.com/office/powerpoint/2010/main" val="1886414866"/>
              </p:ext>
            </p:extLst>
          </p:nvPr>
        </p:nvGraphicFramePr>
        <p:xfrm>
          <a:off x="255639" y="1425677"/>
          <a:ext cx="11700387" cy="5181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19455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3A9A403F-82EB-4673-A64C-A92F7114F260}"/>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CBF533CF-482C-44BA-A774-161713C90148}"/>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3BECF2D8-4492-416B-9618-ED8B0CA77C10}"/>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graphicEl>
                                              <a:dgm id="{11CA8DD6-6815-4139-8B0A-8B15D0947894}"/>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CBF0D909-9FE4-4E81-A324-5B4E514F6643}"/>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4">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F34DD93-5162-4670-80BB-4DC48254F280}"/>
              </a:ext>
            </a:extLst>
          </p:cNvPr>
          <p:cNvSpPr>
            <a:spLocks noGrp="1"/>
          </p:cNvSpPr>
          <p:nvPr>
            <p:ph type="title"/>
          </p:nvPr>
        </p:nvSpPr>
        <p:spPr>
          <a:xfrm>
            <a:off x="589560" y="856180"/>
            <a:ext cx="4560584" cy="1128068"/>
          </a:xfrm>
        </p:spPr>
        <p:txBody>
          <a:bodyPr anchor="ctr">
            <a:normAutofit/>
          </a:bodyPr>
          <a:lstStyle/>
          <a:p>
            <a:r>
              <a:rPr lang="es-CO" sz="3700"/>
              <a:t>Encontrar y agregar componentes</a:t>
            </a:r>
          </a:p>
        </p:txBody>
      </p:sp>
      <p:grpSp>
        <p:nvGrpSpPr>
          <p:cNvPr id="22" name="Group 1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8" name="Rectangle 1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Rectangle 2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9361BB4-510C-4ADE-B326-C8C1F33787E0}"/>
              </a:ext>
            </a:extLst>
          </p:cNvPr>
          <p:cNvSpPr>
            <a:spLocks noGrp="1"/>
          </p:cNvSpPr>
          <p:nvPr>
            <p:ph idx="1"/>
          </p:nvPr>
        </p:nvSpPr>
        <p:spPr>
          <a:xfrm>
            <a:off x="590719" y="2330505"/>
            <a:ext cx="4803113" cy="4200179"/>
          </a:xfrm>
        </p:spPr>
        <p:txBody>
          <a:bodyPr anchor="ctr">
            <a:normAutofit fontScale="92500"/>
          </a:bodyPr>
          <a:lstStyle/>
          <a:p>
            <a:r>
              <a:rPr lang="es-CO" sz="1400" dirty="0"/>
              <a:t>El corazón de cualquier diseño electrónicos son sus componentes</a:t>
            </a:r>
          </a:p>
          <a:p>
            <a:pPr lvl="1"/>
            <a:r>
              <a:rPr lang="es-CO" sz="1400" dirty="0"/>
              <a:t>Los componentes pueden ser creados manualmente</a:t>
            </a:r>
          </a:p>
          <a:p>
            <a:pPr lvl="1"/>
            <a:r>
              <a:rPr lang="es-CO" sz="1400" dirty="0"/>
              <a:t>Los componentes pueden ser cargados desde librerías o repositorios de componentes proporcionados por la herramienta</a:t>
            </a:r>
          </a:p>
          <a:p>
            <a:r>
              <a:rPr lang="es-CO" sz="1400" dirty="0"/>
              <a:t>Cada componente puede estar descrito hasta por 4 documentos</a:t>
            </a:r>
          </a:p>
          <a:p>
            <a:pPr lvl="1"/>
            <a:r>
              <a:rPr lang="es-CO" sz="1400" dirty="0"/>
              <a:t>El símbolo esquemático a través de una imagen vectorial</a:t>
            </a:r>
          </a:p>
          <a:p>
            <a:pPr lvl="1"/>
            <a:r>
              <a:rPr lang="es-CO" sz="1400" dirty="0"/>
              <a:t>El modelo de simulación en SPICE</a:t>
            </a:r>
          </a:p>
          <a:p>
            <a:pPr lvl="1"/>
            <a:r>
              <a:rPr lang="es-CO" sz="1400" dirty="0"/>
              <a:t>Una huella (</a:t>
            </a:r>
            <a:r>
              <a:rPr lang="es-CO" sz="1400" dirty="0" err="1"/>
              <a:t>footprint</a:t>
            </a:r>
            <a:r>
              <a:rPr lang="es-CO" sz="1400" dirty="0"/>
              <a:t>) para la PCB</a:t>
            </a:r>
          </a:p>
          <a:p>
            <a:pPr lvl="1"/>
            <a:r>
              <a:rPr lang="es-CO" sz="1400" dirty="0"/>
              <a:t>Un modelo 3D</a:t>
            </a:r>
          </a:p>
          <a:p>
            <a:r>
              <a:rPr lang="es-CO" sz="1400" dirty="0"/>
              <a:t>Altium proporciona dos métodos para agregar componentes a tu diseño</a:t>
            </a:r>
          </a:p>
          <a:p>
            <a:pPr marL="971550" lvl="1" indent="-514350">
              <a:buFont typeface="+mj-lt"/>
              <a:buAutoNum type="arabicPeriod"/>
            </a:pPr>
            <a:r>
              <a:rPr lang="es-CO" sz="1400" dirty="0"/>
              <a:t>A través del panel de componentes</a:t>
            </a:r>
          </a:p>
          <a:p>
            <a:pPr marL="971550" lvl="1" indent="-514350">
              <a:buFont typeface="+mj-lt"/>
              <a:buAutoNum type="arabicPeriod"/>
            </a:pPr>
            <a:r>
              <a:rPr lang="es-CO" sz="1400" dirty="0"/>
              <a:t>A través del panel de búsqueda de partes de fabricantes</a:t>
            </a:r>
          </a:p>
          <a:p>
            <a:pPr marL="971550" lvl="1" indent="-514350">
              <a:buFont typeface="+mj-lt"/>
              <a:buAutoNum type="arabicPeriod"/>
            </a:pPr>
            <a:r>
              <a:rPr lang="es-CO" sz="1400" dirty="0"/>
              <a:t>Algunas veces tendremos que crear nuestros propios componentes</a:t>
            </a:r>
          </a:p>
        </p:txBody>
      </p:sp>
      <p:sp>
        <p:nvSpPr>
          <p:cNvPr id="23" name="Rectangle 2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5467B607-CCCF-4DFA-8B02-3C5E9A129F27}"/>
              </a:ext>
            </a:extLst>
          </p:cNvPr>
          <p:cNvPicPr>
            <a:picLocks noChangeAspect="1"/>
          </p:cNvPicPr>
          <p:nvPr/>
        </p:nvPicPr>
        <p:blipFill rotWithShape="1">
          <a:blip r:embed="rId2"/>
          <a:srcRect l="19756" r="11386" b="1"/>
          <a:stretch/>
        </p:blipFill>
        <p:spPr>
          <a:xfrm>
            <a:off x="5977788" y="799352"/>
            <a:ext cx="5425410" cy="5259296"/>
          </a:xfrm>
          <a:prstGeom prst="rect">
            <a:avLst/>
          </a:prstGeom>
        </p:spPr>
      </p:pic>
    </p:spTree>
    <p:extLst>
      <p:ext uri="{BB962C8B-B14F-4D97-AF65-F5344CB8AC3E}">
        <p14:creationId xmlns:p14="http://schemas.microsoft.com/office/powerpoint/2010/main" val="400260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3D5CAF16-1F3A-4148-87A8-78A710D1E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14136" y="0"/>
            <a:ext cx="4377864" cy="1511303"/>
          </a:xfrm>
          <a:custGeom>
            <a:avLst/>
            <a:gdLst>
              <a:gd name="connsiteX0" fmla="*/ 2088891 w 4377864"/>
              <a:gd name="connsiteY0" fmla="*/ 0 h 1511303"/>
              <a:gd name="connsiteX1" fmla="*/ 2487984 w 4377864"/>
              <a:gd name="connsiteY1" fmla="*/ 0 h 1511303"/>
              <a:gd name="connsiteX2" fmla="*/ 2582604 w 4377864"/>
              <a:gd name="connsiteY2" fmla="*/ 0 h 1511303"/>
              <a:gd name="connsiteX3" fmla="*/ 4377864 w 4377864"/>
              <a:gd name="connsiteY3" fmla="*/ 0 h 1511303"/>
              <a:gd name="connsiteX4" fmla="*/ 4377864 w 4377864"/>
              <a:gd name="connsiteY4" fmla="*/ 1511301 h 1511303"/>
              <a:gd name="connsiteX5" fmla="*/ 2986590 w 4377864"/>
              <a:gd name="connsiteY5" fmla="*/ 1511301 h 1511303"/>
              <a:gd name="connsiteX6" fmla="*/ 2986590 w 4377864"/>
              <a:gd name="connsiteY6" fmla="*/ 1511303 h 1511303"/>
              <a:gd name="connsiteX7" fmla="*/ 1191330 w 4377864"/>
              <a:gd name="connsiteY7" fmla="*/ 1511303 h 1511303"/>
              <a:gd name="connsiteX8" fmla="*/ 399093 w 4377864"/>
              <a:gd name="connsiteY8" fmla="*/ 1511303 h 1511303"/>
              <a:gd name="connsiteX9" fmla="*/ 0 w 4377864"/>
              <a:gd name="connsiteY9" fmla="*/ 1511303 h 1511303"/>
              <a:gd name="connsiteX10" fmla="*/ 697617 w 4377864"/>
              <a:gd name="connsiteY10" fmla="*/ 2 h 1511303"/>
              <a:gd name="connsiteX11" fmla="*/ 1096710 w 4377864"/>
              <a:gd name="connsiteY11" fmla="*/ 2 h 1511303"/>
              <a:gd name="connsiteX12" fmla="*/ 1191330 w 4377864"/>
              <a:gd name="connsiteY12" fmla="*/ 2 h 1511303"/>
              <a:gd name="connsiteX13" fmla="*/ 2088890 w 4377864"/>
              <a:gd name="connsiteY13" fmla="*/ 2 h 1511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377864" h="1511303">
                <a:moveTo>
                  <a:pt x="2088891" y="0"/>
                </a:moveTo>
                <a:lnTo>
                  <a:pt x="2487984" y="0"/>
                </a:lnTo>
                <a:lnTo>
                  <a:pt x="2582604" y="0"/>
                </a:lnTo>
                <a:lnTo>
                  <a:pt x="4377864" y="0"/>
                </a:lnTo>
                <a:lnTo>
                  <a:pt x="4377864" y="1511301"/>
                </a:lnTo>
                <a:lnTo>
                  <a:pt x="2986590" y="1511301"/>
                </a:lnTo>
                <a:lnTo>
                  <a:pt x="2986590" y="1511303"/>
                </a:lnTo>
                <a:lnTo>
                  <a:pt x="1191330" y="1511303"/>
                </a:lnTo>
                <a:lnTo>
                  <a:pt x="399093" y="1511303"/>
                </a:lnTo>
                <a:lnTo>
                  <a:pt x="0" y="1511303"/>
                </a:lnTo>
                <a:lnTo>
                  <a:pt x="697617" y="2"/>
                </a:lnTo>
                <a:lnTo>
                  <a:pt x="1096710" y="2"/>
                </a:lnTo>
                <a:lnTo>
                  <a:pt x="1191330" y="2"/>
                </a:lnTo>
                <a:lnTo>
                  <a:pt x="2088890" y="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1">
            <a:extLst>
              <a:ext uri="{FF2B5EF4-FFF2-40B4-BE49-F238E27FC236}">
                <a16:creationId xmlns:a16="http://schemas.microsoft.com/office/drawing/2014/main" id="{A0BF428C-DA8B-4D99-9930-18F7F91D87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76801" y="1690688"/>
            <a:ext cx="7316944" cy="5167312"/>
          </a:xfrm>
          <a:custGeom>
            <a:avLst/>
            <a:gdLst>
              <a:gd name="connsiteX0" fmla="*/ 0 w 7316944"/>
              <a:gd name="connsiteY0" fmla="*/ 0 h 5167312"/>
              <a:gd name="connsiteX1" fmla="*/ 7316944 w 7316944"/>
              <a:gd name="connsiteY1" fmla="*/ 0 h 5167312"/>
              <a:gd name="connsiteX2" fmla="*/ 7316944 w 7316944"/>
              <a:gd name="connsiteY2" fmla="*/ 5167312 h 5167312"/>
              <a:gd name="connsiteX3" fmla="*/ 472697 w 7316944"/>
              <a:gd name="connsiteY3" fmla="*/ 5167312 h 5167312"/>
              <a:gd name="connsiteX4" fmla="*/ 2866576 w 7316944"/>
              <a:gd name="connsiteY4" fmla="*/ 952 h 5167312"/>
              <a:gd name="connsiteX5" fmla="*/ 0 w 7316944"/>
              <a:gd name="connsiteY5" fmla="*/ 952 h 5167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16944" h="5167312">
                <a:moveTo>
                  <a:pt x="0" y="0"/>
                </a:moveTo>
                <a:lnTo>
                  <a:pt x="7316944" y="0"/>
                </a:lnTo>
                <a:lnTo>
                  <a:pt x="7316944" y="5167312"/>
                </a:lnTo>
                <a:lnTo>
                  <a:pt x="472697" y="5167312"/>
                </a:lnTo>
                <a:lnTo>
                  <a:pt x="2866576" y="952"/>
                </a:lnTo>
                <a:lnTo>
                  <a:pt x="0" y="952"/>
                </a:lnTo>
                <a:close/>
              </a:path>
            </a:pathLst>
          </a:custGeom>
          <a:solidFill>
            <a:srgbClr val="A6A6A6">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37">
            <a:extLst>
              <a:ext uri="{FF2B5EF4-FFF2-40B4-BE49-F238E27FC236}">
                <a16:creationId xmlns:a16="http://schemas.microsoft.com/office/drawing/2014/main" id="{A03E2379-8871-408A-95CE-7AAE8FA53A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746" y="1691164"/>
            <a:ext cx="7571262" cy="5166360"/>
          </a:xfrm>
          <a:custGeom>
            <a:avLst/>
            <a:gdLst>
              <a:gd name="connsiteX0" fmla="*/ 0 w 7571262"/>
              <a:gd name="connsiteY0" fmla="*/ 5166360 h 5166360"/>
              <a:gd name="connsiteX1" fmla="*/ 7571262 w 7571262"/>
              <a:gd name="connsiteY1" fmla="*/ 5166360 h 5166360"/>
              <a:gd name="connsiteX2" fmla="*/ 5177382 w 7571262"/>
              <a:gd name="connsiteY2" fmla="*/ 0 h 5166360"/>
              <a:gd name="connsiteX3" fmla="*/ 5171159 w 7571262"/>
              <a:gd name="connsiteY3" fmla="*/ 0 h 5166360"/>
              <a:gd name="connsiteX4" fmla="*/ 3981368 w 7571262"/>
              <a:gd name="connsiteY4" fmla="*/ 0 h 5166360"/>
              <a:gd name="connsiteX5" fmla="*/ 2331323 w 7571262"/>
              <a:gd name="connsiteY5" fmla="*/ 0 h 5166360"/>
              <a:gd name="connsiteX6" fmla="*/ 0 w 7571262"/>
              <a:gd name="connsiteY6" fmla="*/ 0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71262" h="5166360">
                <a:moveTo>
                  <a:pt x="0" y="5166360"/>
                </a:moveTo>
                <a:lnTo>
                  <a:pt x="7571262" y="5166360"/>
                </a:lnTo>
                <a:lnTo>
                  <a:pt x="5177382" y="0"/>
                </a:lnTo>
                <a:lnTo>
                  <a:pt x="5171159" y="0"/>
                </a:lnTo>
                <a:lnTo>
                  <a:pt x="3981368" y="0"/>
                </a:lnTo>
                <a:lnTo>
                  <a:pt x="2331323" y="0"/>
                </a:lnTo>
                <a:lnTo>
                  <a:pt x="0" y="0"/>
                </a:lnTo>
                <a:close/>
              </a:path>
            </a:pathLst>
          </a:custGeom>
          <a:solidFill>
            <a:srgbClr val="30303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B9397712-A42C-45FE-A4B1-42CD4D348859}"/>
              </a:ext>
            </a:extLst>
          </p:cNvPr>
          <p:cNvSpPr>
            <a:spLocks noGrp="1"/>
          </p:cNvSpPr>
          <p:nvPr>
            <p:ph type="title"/>
          </p:nvPr>
        </p:nvSpPr>
        <p:spPr>
          <a:xfrm>
            <a:off x="838200" y="365125"/>
            <a:ext cx="6903720" cy="1325563"/>
          </a:xfrm>
        </p:spPr>
        <p:txBody>
          <a:bodyPr>
            <a:normAutofit/>
          </a:bodyPr>
          <a:lstStyle/>
          <a:p>
            <a:r>
              <a:rPr lang="es-CO" dirty="0"/>
              <a:t>Conectar los componentes</a:t>
            </a:r>
          </a:p>
        </p:txBody>
      </p:sp>
      <p:sp>
        <p:nvSpPr>
          <p:cNvPr id="3" name="Marcador de contenido 2">
            <a:extLst>
              <a:ext uri="{FF2B5EF4-FFF2-40B4-BE49-F238E27FC236}">
                <a16:creationId xmlns:a16="http://schemas.microsoft.com/office/drawing/2014/main" id="{58F1CEC9-7B52-4C77-ABA4-B2C8E45C1CF1}"/>
              </a:ext>
            </a:extLst>
          </p:cNvPr>
          <p:cNvSpPr>
            <a:spLocks noGrp="1"/>
          </p:cNvSpPr>
          <p:nvPr>
            <p:ph idx="1"/>
          </p:nvPr>
        </p:nvSpPr>
        <p:spPr>
          <a:xfrm>
            <a:off x="344130" y="1870074"/>
            <a:ext cx="5093109" cy="4786366"/>
          </a:xfrm>
        </p:spPr>
        <p:txBody>
          <a:bodyPr anchor="t">
            <a:normAutofit/>
          </a:bodyPr>
          <a:lstStyle/>
          <a:p>
            <a:r>
              <a:rPr lang="es-CO" sz="1800" dirty="0">
                <a:solidFill>
                  <a:srgbClr val="FFFFFF"/>
                </a:solidFill>
              </a:rPr>
              <a:t>Los componentes se conectan alambrando los pines entre si o a través de identificadores de red</a:t>
            </a:r>
          </a:p>
          <a:p>
            <a:r>
              <a:rPr lang="es-CO" sz="1800" dirty="0">
                <a:solidFill>
                  <a:srgbClr val="FFFFFF"/>
                </a:solidFill>
              </a:rPr>
              <a:t>Si el diseño incluye componentes con muchos pines</a:t>
            </a:r>
          </a:p>
          <a:p>
            <a:pPr lvl="1"/>
            <a:r>
              <a:rPr lang="es-CO" sz="1800" dirty="0">
                <a:solidFill>
                  <a:srgbClr val="FFFFFF"/>
                </a:solidFill>
              </a:rPr>
              <a:t>Puede ser poco eficiente conectar todo a través de alambres individuales</a:t>
            </a:r>
          </a:p>
          <a:p>
            <a:pPr lvl="1"/>
            <a:r>
              <a:rPr lang="es-CO" sz="1800" dirty="0">
                <a:solidFill>
                  <a:srgbClr val="FFFFFF"/>
                </a:solidFill>
              </a:rPr>
              <a:t>Algunas redes se puede unir en un mismo bus si sus miembros conforman un grupo de señales cuyo nombre se incrementa numéricamente (D0, D1, D2, D3)</a:t>
            </a:r>
          </a:p>
          <a:p>
            <a:pPr lvl="1"/>
            <a:r>
              <a:rPr lang="es-CO" sz="1800" dirty="0">
                <a:solidFill>
                  <a:srgbClr val="FFFFFF"/>
                </a:solidFill>
              </a:rPr>
              <a:t>Alternativamente varias señales se pueden combinar en un arnés de señales</a:t>
            </a:r>
          </a:p>
          <a:p>
            <a:pPr lvl="2"/>
            <a:r>
              <a:rPr lang="es-CO" sz="1800" dirty="0">
                <a:solidFill>
                  <a:srgbClr val="FFFFFF"/>
                </a:solidFill>
              </a:rPr>
              <a:t>Ofrece un forma visual y lógica limpia de transferir múltiples redes a través de un diseño</a:t>
            </a:r>
          </a:p>
        </p:txBody>
      </p:sp>
      <p:pic>
        <p:nvPicPr>
          <p:cNvPr id="5" name="Imagen 4">
            <a:extLst>
              <a:ext uri="{FF2B5EF4-FFF2-40B4-BE49-F238E27FC236}">
                <a16:creationId xmlns:a16="http://schemas.microsoft.com/office/drawing/2014/main" id="{2E3D5B1A-B573-4812-BD5F-525AD7A71EC9}"/>
              </a:ext>
            </a:extLst>
          </p:cNvPr>
          <p:cNvPicPr>
            <a:picLocks noChangeAspect="1"/>
          </p:cNvPicPr>
          <p:nvPr/>
        </p:nvPicPr>
        <p:blipFill rotWithShape="1">
          <a:blip r:embed="rId2"/>
          <a:srcRect l="2790" t="1636" r="1407" b="-1"/>
          <a:stretch/>
        </p:blipFill>
        <p:spPr>
          <a:xfrm>
            <a:off x="8481459" y="1935633"/>
            <a:ext cx="2497394" cy="2043607"/>
          </a:xfrm>
          <a:custGeom>
            <a:avLst/>
            <a:gdLst/>
            <a:ahLst/>
            <a:cxnLst/>
            <a:rect l="l" t="t" r="r" b="b"/>
            <a:pathLst>
              <a:path w="4636009" h="5032375">
                <a:moveTo>
                  <a:pt x="0" y="0"/>
                </a:moveTo>
                <a:lnTo>
                  <a:pt x="4636009" y="0"/>
                </a:lnTo>
                <a:lnTo>
                  <a:pt x="4636009" y="5032375"/>
                </a:lnTo>
                <a:lnTo>
                  <a:pt x="0" y="5032375"/>
                </a:lnTo>
                <a:close/>
              </a:path>
            </a:pathLst>
          </a:custGeom>
        </p:spPr>
      </p:pic>
      <p:pic>
        <p:nvPicPr>
          <p:cNvPr id="7" name="Imagen 6">
            <a:extLst>
              <a:ext uri="{FF2B5EF4-FFF2-40B4-BE49-F238E27FC236}">
                <a16:creationId xmlns:a16="http://schemas.microsoft.com/office/drawing/2014/main" id="{45E33B14-2092-438E-99B7-8CB70F021A5F}"/>
              </a:ext>
            </a:extLst>
          </p:cNvPr>
          <p:cNvPicPr>
            <a:picLocks noChangeAspect="1"/>
          </p:cNvPicPr>
          <p:nvPr/>
        </p:nvPicPr>
        <p:blipFill rotWithShape="1">
          <a:blip r:embed="rId3"/>
          <a:srcRect l="3731" t="6225" r="2738" b="5277"/>
          <a:stretch/>
        </p:blipFill>
        <p:spPr>
          <a:xfrm>
            <a:off x="7384026" y="4663867"/>
            <a:ext cx="3594827" cy="1462597"/>
          </a:xfrm>
          <a:custGeom>
            <a:avLst/>
            <a:gdLst/>
            <a:ahLst/>
            <a:cxnLst/>
            <a:rect l="l" t="t" r="r" b="b"/>
            <a:pathLst>
              <a:path w="4636009" h="5032375">
                <a:moveTo>
                  <a:pt x="0" y="0"/>
                </a:moveTo>
                <a:lnTo>
                  <a:pt x="4636009" y="0"/>
                </a:lnTo>
                <a:lnTo>
                  <a:pt x="4636009" y="5032375"/>
                </a:lnTo>
                <a:lnTo>
                  <a:pt x="0" y="5032375"/>
                </a:lnTo>
                <a:close/>
              </a:path>
            </a:pathLst>
          </a:custGeom>
        </p:spPr>
      </p:pic>
    </p:spTree>
    <p:extLst>
      <p:ext uri="{BB962C8B-B14F-4D97-AF65-F5344CB8AC3E}">
        <p14:creationId xmlns:p14="http://schemas.microsoft.com/office/powerpoint/2010/main" val="675372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DB24D4-CB8E-4771-901A-4CE70651B21E}"/>
              </a:ext>
            </a:extLst>
          </p:cNvPr>
          <p:cNvSpPr>
            <a:spLocks noGrp="1"/>
          </p:cNvSpPr>
          <p:nvPr>
            <p:ph type="title"/>
          </p:nvPr>
        </p:nvSpPr>
        <p:spPr>
          <a:xfrm>
            <a:off x="648929" y="629266"/>
            <a:ext cx="3505495" cy="1622321"/>
          </a:xfrm>
        </p:spPr>
        <p:txBody>
          <a:bodyPr>
            <a:normAutofit/>
          </a:bodyPr>
          <a:lstStyle/>
          <a:p>
            <a:r>
              <a:rPr lang="es-CO" dirty="0"/>
              <a:t>Definiendo conectividad</a:t>
            </a:r>
          </a:p>
        </p:txBody>
      </p:sp>
      <p:sp>
        <p:nvSpPr>
          <p:cNvPr id="3" name="Marcador de contenido 2">
            <a:extLst>
              <a:ext uri="{FF2B5EF4-FFF2-40B4-BE49-F238E27FC236}">
                <a16:creationId xmlns:a16="http://schemas.microsoft.com/office/drawing/2014/main" id="{6E683823-E130-4B04-B01A-9D46EB8BD2C7}"/>
              </a:ext>
            </a:extLst>
          </p:cNvPr>
          <p:cNvSpPr>
            <a:spLocks noGrp="1"/>
          </p:cNvSpPr>
          <p:nvPr>
            <p:ph idx="1"/>
          </p:nvPr>
        </p:nvSpPr>
        <p:spPr>
          <a:xfrm>
            <a:off x="648930" y="2438400"/>
            <a:ext cx="4130459" cy="4056668"/>
          </a:xfrm>
        </p:spPr>
        <p:txBody>
          <a:bodyPr>
            <a:normAutofit lnSpcReduction="10000"/>
          </a:bodyPr>
          <a:lstStyle/>
          <a:p>
            <a:r>
              <a:rPr lang="es-CO" sz="1600" dirty="0"/>
              <a:t>En general las herramientas de captura de esquemáticos permite definir la conectividad de dos formas</a:t>
            </a:r>
          </a:p>
          <a:p>
            <a:pPr lvl="1"/>
            <a:r>
              <a:rPr lang="es-CO" sz="1600" dirty="0"/>
              <a:t>Física </a:t>
            </a:r>
            <a:r>
              <a:rPr lang="es-CO" sz="1600" dirty="0">
                <a:sym typeface="Wingdings" panose="05000000000000000000" pitchFamily="2" charset="2"/>
              </a:rPr>
              <a:t> realizada por medio de alambres entre puertos de componentes</a:t>
            </a:r>
          </a:p>
          <a:p>
            <a:pPr lvl="2"/>
            <a:r>
              <a:rPr lang="es-CO" sz="1600" dirty="0">
                <a:sym typeface="Wingdings" panose="05000000000000000000" pitchFamily="2" charset="2"/>
              </a:rPr>
              <a:t>Permite seguir el circuito más fácilmente</a:t>
            </a:r>
          </a:p>
          <a:p>
            <a:pPr lvl="2"/>
            <a:r>
              <a:rPr lang="es-CO" sz="1600" dirty="0">
                <a:sym typeface="Wingdings" panose="05000000000000000000" pitchFamily="2" charset="2"/>
              </a:rPr>
              <a:t>Muchos alambres pueden hacer el circuito demasiado complejo</a:t>
            </a:r>
            <a:endParaRPr lang="es-CO" sz="1600" dirty="0"/>
          </a:p>
          <a:p>
            <a:pPr lvl="1"/>
            <a:r>
              <a:rPr lang="es-CO" sz="1600" dirty="0"/>
              <a:t>Lógica </a:t>
            </a:r>
            <a:r>
              <a:rPr lang="es-CO" sz="1600" dirty="0">
                <a:sym typeface="Wingdings" panose="05000000000000000000" pitchFamily="2" charset="2"/>
              </a:rPr>
              <a:t> realizada por medio de etiquetas en los pines de los componentes</a:t>
            </a:r>
          </a:p>
          <a:p>
            <a:pPr lvl="2"/>
            <a:r>
              <a:rPr lang="es-CO" sz="1600" dirty="0">
                <a:sym typeface="Wingdings" panose="05000000000000000000" pitchFamily="2" charset="2"/>
              </a:rPr>
              <a:t>Dificulta el seguimiento del circuito</a:t>
            </a:r>
          </a:p>
          <a:p>
            <a:pPr lvl="2"/>
            <a:r>
              <a:rPr lang="es-CO" sz="1600" dirty="0">
                <a:sym typeface="Wingdings" panose="05000000000000000000" pitchFamily="2" charset="2"/>
              </a:rPr>
              <a:t>Esquemáticos mas limpios y menos densos</a:t>
            </a:r>
            <a:endParaRPr lang="es-CO" sz="1600" dirty="0"/>
          </a:p>
        </p:txBody>
      </p:sp>
      <p:pic>
        <p:nvPicPr>
          <p:cNvPr id="1026" name="Picture 2" descr="Animated image showing the difference between physical connectivity and logical connectivity">
            <a:extLst>
              <a:ext uri="{FF2B5EF4-FFF2-40B4-BE49-F238E27FC236}">
                <a16:creationId xmlns:a16="http://schemas.microsoft.com/office/drawing/2014/main" id="{1B797B34-579F-4F62-B251-F11FE0AA352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405862" y="1638276"/>
            <a:ext cx="6019331" cy="3578202"/>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8343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3803A0-0CB8-4A2F-BB0A-C87B7C62C816}"/>
              </a:ext>
            </a:extLst>
          </p:cNvPr>
          <p:cNvSpPr>
            <a:spLocks noGrp="1"/>
          </p:cNvSpPr>
          <p:nvPr>
            <p:ph type="title"/>
          </p:nvPr>
        </p:nvSpPr>
        <p:spPr/>
        <p:txBody>
          <a:bodyPr/>
          <a:lstStyle/>
          <a:p>
            <a:r>
              <a:rPr lang="es-CO" dirty="0"/>
              <a:t>Herramientas de conectividad</a:t>
            </a:r>
          </a:p>
        </p:txBody>
      </p:sp>
      <p:graphicFrame>
        <p:nvGraphicFramePr>
          <p:cNvPr id="5" name="Tabla 5">
            <a:extLst>
              <a:ext uri="{FF2B5EF4-FFF2-40B4-BE49-F238E27FC236}">
                <a16:creationId xmlns:a16="http://schemas.microsoft.com/office/drawing/2014/main" id="{0BAED3CA-A440-479B-9B00-E5538588A901}"/>
              </a:ext>
            </a:extLst>
          </p:cNvPr>
          <p:cNvGraphicFramePr>
            <a:graphicFrameLocks noGrp="1"/>
          </p:cNvGraphicFramePr>
          <p:nvPr>
            <p:ph idx="1"/>
          </p:nvPr>
        </p:nvGraphicFramePr>
        <p:xfrm>
          <a:off x="838200" y="1825625"/>
          <a:ext cx="10515597" cy="4572000"/>
        </p:xfrm>
        <a:graphic>
          <a:graphicData uri="http://schemas.openxmlformats.org/drawingml/2006/table">
            <a:tbl>
              <a:tblPr firstRow="1" bandRow="1">
                <a:tableStyleId>{D7AC3CCA-C797-4891-BE02-D94E43425B78}</a:tableStyleId>
              </a:tblPr>
              <a:tblGrid>
                <a:gridCol w="2206451">
                  <a:extLst>
                    <a:ext uri="{9D8B030D-6E8A-4147-A177-3AD203B41FA5}">
                      <a16:colId xmlns:a16="http://schemas.microsoft.com/office/drawing/2014/main" val="258231383"/>
                    </a:ext>
                  </a:extLst>
                </a:gridCol>
                <a:gridCol w="1266092">
                  <a:extLst>
                    <a:ext uri="{9D8B030D-6E8A-4147-A177-3AD203B41FA5}">
                      <a16:colId xmlns:a16="http://schemas.microsoft.com/office/drawing/2014/main" val="3756037161"/>
                    </a:ext>
                  </a:extLst>
                </a:gridCol>
                <a:gridCol w="7043054">
                  <a:extLst>
                    <a:ext uri="{9D8B030D-6E8A-4147-A177-3AD203B41FA5}">
                      <a16:colId xmlns:a16="http://schemas.microsoft.com/office/drawing/2014/main" val="1968694912"/>
                    </a:ext>
                  </a:extLst>
                </a:gridCol>
              </a:tblGrid>
              <a:tr h="370840">
                <a:tc>
                  <a:txBody>
                    <a:bodyPr/>
                    <a:lstStyle/>
                    <a:p>
                      <a:r>
                        <a:rPr lang="es-CO" b="0" dirty="0"/>
                        <a:t>Bus</a:t>
                      </a:r>
                    </a:p>
                  </a:txBody>
                  <a:tcPr anchor="ctr"/>
                </a:tc>
                <a:tc>
                  <a:txBody>
                    <a:bodyPr/>
                    <a:lstStyle/>
                    <a:p>
                      <a:endParaRPr lang="es-CO" b="0" dirty="0"/>
                    </a:p>
                    <a:p>
                      <a:endParaRPr lang="es-CO" b="0" dirty="0"/>
                    </a:p>
                    <a:p>
                      <a:endParaRPr lang="es-CO" b="0" dirty="0"/>
                    </a:p>
                  </a:txBody>
                  <a:tcPr/>
                </a:tc>
                <a:tc>
                  <a:txBody>
                    <a:bodyPr/>
                    <a:lstStyle/>
                    <a:p>
                      <a:r>
                        <a:rPr lang="es-CO" b="0" dirty="0"/>
                        <a:t>Un bus es una agrupación de líneas de conexión. Las redes deben ser nombradas secuencialmente usando esquema de nombre secuencial. Por ejemplo, D0, D1, D2, …, D8</a:t>
                      </a:r>
                    </a:p>
                  </a:txBody>
                  <a:tcPr/>
                </a:tc>
                <a:extLst>
                  <a:ext uri="{0D108BD9-81ED-4DB2-BD59-A6C34878D82A}">
                    <a16:rowId xmlns:a16="http://schemas.microsoft.com/office/drawing/2014/main" val="3072615136"/>
                  </a:ext>
                </a:extLst>
              </a:tr>
              <a:tr h="370840">
                <a:tc>
                  <a:txBody>
                    <a:bodyPr/>
                    <a:lstStyle/>
                    <a:p>
                      <a:r>
                        <a:rPr lang="es-CO" b="0" dirty="0"/>
                        <a:t>Bus </a:t>
                      </a:r>
                      <a:r>
                        <a:rPr lang="es-CO" b="0" dirty="0" err="1"/>
                        <a:t>entry</a:t>
                      </a:r>
                      <a:endParaRPr lang="es-CO" b="0" dirty="0"/>
                    </a:p>
                  </a:txBody>
                  <a:tcPr anchor="ctr"/>
                </a:tc>
                <a:tc>
                  <a:txBody>
                    <a:bodyPr/>
                    <a:lstStyle/>
                    <a:p>
                      <a:endParaRPr lang="es-CO" b="0" dirty="0"/>
                    </a:p>
                    <a:p>
                      <a:endParaRPr lang="es-CO" b="0" dirty="0"/>
                    </a:p>
                    <a:p>
                      <a:endParaRPr lang="es-CO" b="0" dirty="0"/>
                    </a:p>
                  </a:txBody>
                  <a:tcPr/>
                </a:tc>
                <a:tc>
                  <a:txBody>
                    <a:bodyPr/>
                    <a:lstStyle/>
                    <a:p>
                      <a:r>
                        <a:rPr lang="es-CO" b="0" dirty="0"/>
                        <a:t>Herramienta grafica para conectar las líneas que conforman un bus sin generar un corto circuito</a:t>
                      </a:r>
                    </a:p>
                  </a:txBody>
                  <a:tcPr/>
                </a:tc>
                <a:extLst>
                  <a:ext uri="{0D108BD9-81ED-4DB2-BD59-A6C34878D82A}">
                    <a16:rowId xmlns:a16="http://schemas.microsoft.com/office/drawing/2014/main" val="1645291842"/>
                  </a:ext>
                </a:extLst>
              </a:tr>
              <a:tr h="370840">
                <a:tc>
                  <a:txBody>
                    <a:bodyPr/>
                    <a:lstStyle/>
                    <a:p>
                      <a:r>
                        <a:rPr lang="es-CO" b="0" dirty="0" err="1"/>
                        <a:t>OffSheet</a:t>
                      </a:r>
                      <a:r>
                        <a:rPr lang="es-CO" b="0" dirty="0"/>
                        <a:t> </a:t>
                      </a:r>
                      <a:r>
                        <a:rPr lang="es-CO" b="0" dirty="0" err="1"/>
                        <a:t>Connector</a:t>
                      </a:r>
                      <a:endParaRPr lang="es-CO" b="0" dirty="0"/>
                    </a:p>
                  </a:txBody>
                  <a:tcPr anchor="ctr"/>
                </a:tc>
                <a:tc>
                  <a:txBody>
                    <a:bodyPr/>
                    <a:lstStyle/>
                    <a:p>
                      <a:endParaRPr lang="es-CO" b="0" dirty="0"/>
                    </a:p>
                    <a:p>
                      <a:endParaRPr lang="es-CO" b="0" dirty="0"/>
                    </a:p>
                    <a:p>
                      <a:endParaRPr lang="es-CO" b="0" dirty="0"/>
                    </a:p>
                  </a:txBody>
                  <a:tcPr/>
                </a:tc>
                <a:tc>
                  <a:txBody>
                    <a:bodyPr/>
                    <a:lstStyle/>
                    <a:p>
                      <a:r>
                        <a:rPr lang="es-CO" b="0" dirty="0"/>
                        <a:t>Alternativa de conexión lógica que permite la conexión de redes en múltiples hojas del mismo nivel de la jerarquía, es decir hojas que tienen el mismo padre</a:t>
                      </a:r>
                    </a:p>
                  </a:txBody>
                  <a:tcPr/>
                </a:tc>
                <a:extLst>
                  <a:ext uri="{0D108BD9-81ED-4DB2-BD59-A6C34878D82A}">
                    <a16:rowId xmlns:a16="http://schemas.microsoft.com/office/drawing/2014/main" val="2367999741"/>
                  </a:ext>
                </a:extLst>
              </a:tr>
              <a:tr h="370840">
                <a:tc>
                  <a:txBody>
                    <a:bodyPr/>
                    <a:lstStyle/>
                    <a:p>
                      <a:r>
                        <a:rPr lang="es-CO" b="0" dirty="0"/>
                        <a:t>Net </a:t>
                      </a:r>
                      <a:r>
                        <a:rPr lang="es-CO" b="0" dirty="0" err="1"/>
                        <a:t>Label</a:t>
                      </a:r>
                      <a:endParaRPr lang="es-CO" b="0" dirty="0"/>
                    </a:p>
                  </a:txBody>
                  <a:tcPr anchor="ctr"/>
                </a:tc>
                <a:tc>
                  <a:txBody>
                    <a:bodyPr/>
                    <a:lstStyle/>
                    <a:p>
                      <a:endParaRPr lang="es-CO" b="0" dirty="0"/>
                    </a:p>
                    <a:p>
                      <a:endParaRPr lang="es-CO" b="0" dirty="0"/>
                    </a:p>
                    <a:p>
                      <a:endParaRPr lang="es-CO" b="0" dirty="0"/>
                    </a:p>
                  </a:txBody>
                  <a:tcPr/>
                </a:tc>
                <a:tc>
                  <a:txBody>
                    <a:bodyPr/>
                    <a:lstStyle/>
                    <a:p>
                      <a:r>
                        <a:rPr lang="es-CO" b="0" dirty="0"/>
                        <a:t>Permite agregar identificadores a las redes de conexión (pines, alambres y buses). Permite la conectividad lógica de componentes dentro de una misma hoja</a:t>
                      </a:r>
                    </a:p>
                  </a:txBody>
                  <a:tcPr/>
                </a:tc>
                <a:extLst>
                  <a:ext uri="{0D108BD9-81ED-4DB2-BD59-A6C34878D82A}">
                    <a16:rowId xmlns:a16="http://schemas.microsoft.com/office/drawing/2014/main" val="2046833729"/>
                  </a:ext>
                </a:extLst>
              </a:tr>
              <a:tr h="370840">
                <a:tc>
                  <a:txBody>
                    <a:bodyPr/>
                    <a:lstStyle/>
                    <a:p>
                      <a:r>
                        <a:rPr lang="es-CO" b="0" dirty="0"/>
                        <a:t>Pin</a:t>
                      </a:r>
                    </a:p>
                  </a:txBody>
                  <a:tcPr anchor="ctr"/>
                </a:tc>
                <a:tc>
                  <a:txBody>
                    <a:bodyPr/>
                    <a:lstStyle/>
                    <a:p>
                      <a:endParaRPr lang="es-CO" b="0" dirty="0"/>
                    </a:p>
                    <a:p>
                      <a:endParaRPr lang="es-CO" b="0" dirty="0"/>
                    </a:p>
                    <a:p>
                      <a:endParaRPr lang="es-CO" b="0" dirty="0"/>
                    </a:p>
                  </a:txBody>
                  <a:tcPr/>
                </a:tc>
                <a:tc>
                  <a:txBody>
                    <a:bodyPr/>
                    <a:lstStyle/>
                    <a:p>
                      <a:r>
                        <a:rPr lang="es-CO" b="0" dirty="0"/>
                        <a:t>El pin es una primitiva de diseño que da a los componentes las propiedades eléctricas y define los puntos de conexión. Solo esta disponible en el editor de librerías esquemáticas</a:t>
                      </a:r>
                    </a:p>
                  </a:txBody>
                  <a:tcPr/>
                </a:tc>
                <a:extLst>
                  <a:ext uri="{0D108BD9-81ED-4DB2-BD59-A6C34878D82A}">
                    <a16:rowId xmlns:a16="http://schemas.microsoft.com/office/drawing/2014/main" val="718391743"/>
                  </a:ext>
                </a:extLst>
              </a:tr>
            </a:tbl>
          </a:graphicData>
        </a:graphic>
      </p:graphicFrame>
      <p:pic>
        <p:nvPicPr>
          <p:cNvPr id="7" name="Imagen 6">
            <a:extLst>
              <a:ext uri="{FF2B5EF4-FFF2-40B4-BE49-F238E27FC236}">
                <a16:creationId xmlns:a16="http://schemas.microsoft.com/office/drawing/2014/main" id="{CFE3420D-6BB4-46A9-A56C-5502E751A29A}"/>
              </a:ext>
            </a:extLst>
          </p:cNvPr>
          <p:cNvPicPr>
            <a:picLocks noChangeAspect="1"/>
          </p:cNvPicPr>
          <p:nvPr/>
        </p:nvPicPr>
        <p:blipFill>
          <a:blip r:embed="rId2"/>
          <a:stretch>
            <a:fillRect/>
          </a:stretch>
        </p:blipFill>
        <p:spPr>
          <a:xfrm>
            <a:off x="3293257" y="1897359"/>
            <a:ext cx="700088" cy="733425"/>
          </a:xfrm>
          <a:prstGeom prst="rect">
            <a:avLst/>
          </a:prstGeom>
        </p:spPr>
      </p:pic>
      <p:pic>
        <p:nvPicPr>
          <p:cNvPr id="8" name="Imagen 7">
            <a:extLst>
              <a:ext uri="{FF2B5EF4-FFF2-40B4-BE49-F238E27FC236}">
                <a16:creationId xmlns:a16="http://schemas.microsoft.com/office/drawing/2014/main" id="{E0A24687-2AB7-44D7-8FB0-F574FF371DB8}"/>
              </a:ext>
            </a:extLst>
          </p:cNvPr>
          <p:cNvPicPr>
            <a:picLocks noChangeAspect="1"/>
          </p:cNvPicPr>
          <p:nvPr/>
        </p:nvPicPr>
        <p:blipFill>
          <a:blip r:embed="rId3"/>
          <a:stretch>
            <a:fillRect/>
          </a:stretch>
        </p:blipFill>
        <p:spPr>
          <a:xfrm>
            <a:off x="3259919" y="2840683"/>
            <a:ext cx="766763" cy="733425"/>
          </a:xfrm>
          <a:prstGeom prst="rect">
            <a:avLst/>
          </a:prstGeom>
        </p:spPr>
      </p:pic>
      <p:pic>
        <p:nvPicPr>
          <p:cNvPr id="10" name="Imagen 9">
            <a:extLst>
              <a:ext uri="{FF2B5EF4-FFF2-40B4-BE49-F238E27FC236}">
                <a16:creationId xmlns:a16="http://schemas.microsoft.com/office/drawing/2014/main" id="{4AD90F03-CA18-4226-8188-A380003D1E3B}"/>
              </a:ext>
            </a:extLst>
          </p:cNvPr>
          <p:cNvPicPr>
            <a:picLocks noChangeAspect="1"/>
          </p:cNvPicPr>
          <p:nvPr/>
        </p:nvPicPr>
        <p:blipFill rotWithShape="1">
          <a:blip r:embed="rId4"/>
          <a:srcRect l="5962" t="13608" r="14166" b="15603"/>
          <a:stretch/>
        </p:blipFill>
        <p:spPr>
          <a:xfrm>
            <a:off x="3174987" y="3784007"/>
            <a:ext cx="932082" cy="637268"/>
          </a:xfrm>
          <a:prstGeom prst="rect">
            <a:avLst/>
          </a:prstGeom>
        </p:spPr>
      </p:pic>
      <p:pic>
        <p:nvPicPr>
          <p:cNvPr id="2050" name="Picture 2">
            <a:extLst>
              <a:ext uri="{FF2B5EF4-FFF2-40B4-BE49-F238E27FC236}">
                <a16:creationId xmlns:a16="http://schemas.microsoft.com/office/drawing/2014/main" id="{B0D0A7BF-9F50-4935-B5A7-9423D041A8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9919" y="4764331"/>
            <a:ext cx="733334" cy="500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B42C14C3-6C6A-475E-A39D-4AA4523B40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93257" y="5607387"/>
            <a:ext cx="666666" cy="7000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C1DD78EE-2E43-5219-0937-211D39D66916}"/>
                  </a:ext>
                </a:extLst>
              </p14:cNvPr>
              <p14:cNvContentPartPr/>
              <p14:nvPr/>
            </p14:nvContentPartPr>
            <p14:xfrm>
              <a:off x="3119400" y="5434200"/>
              <a:ext cx="1109880" cy="1005480"/>
            </p14:xfrm>
          </p:contentPart>
        </mc:Choice>
        <mc:Fallback xmlns="">
          <p:pic>
            <p:nvPicPr>
              <p:cNvPr id="3" name="Ink 2">
                <a:extLst>
                  <a:ext uri="{FF2B5EF4-FFF2-40B4-BE49-F238E27FC236}">
                    <a16:creationId xmlns:a16="http://schemas.microsoft.com/office/drawing/2014/main" id="{C1DD78EE-2E43-5219-0937-211D39D66916}"/>
                  </a:ext>
                </a:extLst>
              </p:cNvPr>
              <p:cNvPicPr/>
              <p:nvPr/>
            </p:nvPicPr>
            <p:blipFill>
              <a:blip r:embed="rId8"/>
              <a:stretch>
                <a:fillRect/>
              </a:stretch>
            </p:blipFill>
            <p:spPr>
              <a:xfrm>
                <a:off x="3110040" y="5424840"/>
                <a:ext cx="1128600" cy="1024200"/>
              </a:xfrm>
              <a:prstGeom prst="rect">
                <a:avLst/>
              </a:prstGeom>
            </p:spPr>
          </p:pic>
        </mc:Fallback>
      </mc:AlternateContent>
    </p:spTree>
    <p:extLst>
      <p:ext uri="{BB962C8B-B14F-4D97-AF65-F5344CB8AC3E}">
        <p14:creationId xmlns:p14="http://schemas.microsoft.com/office/powerpoint/2010/main" val="3720073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3803A0-0CB8-4A2F-BB0A-C87B7C62C816}"/>
              </a:ext>
            </a:extLst>
          </p:cNvPr>
          <p:cNvSpPr>
            <a:spLocks noGrp="1"/>
          </p:cNvSpPr>
          <p:nvPr>
            <p:ph type="title"/>
          </p:nvPr>
        </p:nvSpPr>
        <p:spPr/>
        <p:txBody>
          <a:bodyPr/>
          <a:lstStyle/>
          <a:p>
            <a:r>
              <a:rPr lang="es-CO" dirty="0"/>
              <a:t>Herramientas de conectividad</a:t>
            </a:r>
          </a:p>
        </p:txBody>
      </p:sp>
      <p:graphicFrame>
        <p:nvGraphicFramePr>
          <p:cNvPr id="5" name="Tabla 5">
            <a:extLst>
              <a:ext uri="{FF2B5EF4-FFF2-40B4-BE49-F238E27FC236}">
                <a16:creationId xmlns:a16="http://schemas.microsoft.com/office/drawing/2014/main" id="{0BAED3CA-A440-479B-9B00-E5538588A901}"/>
              </a:ext>
            </a:extLst>
          </p:cNvPr>
          <p:cNvGraphicFramePr>
            <a:graphicFrameLocks noGrp="1"/>
          </p:cNvGraphicFramePr>
          <p:nvPr>
            <p:ph idx="1"/>
          </p:nvPr>
        </p:nvGraphicFramePr>
        <p:xfrm>
          <a:off x="838200" y="1825625"/>
          <a:ext cx="10515597" cy="4572000"/>
        </p:xfrm>
        <a:graphic>
          <a:graphicData uri="http://schemas.openxmlformats.org/drawingml/2006/table">
            <a:tbl>
              <a:tblPr firstRow="1" bandRow="1">
                <a:tableStyleId>{D7AC3CCA-C797-4891-BE02-D94E43425B78}</a:tableStyleId>
              </a:tblPr>
              <a:tblGrid>
                <a:gridCol w="2206451">
                  <a:extLst>
                    <a:ext uri="{9D8B030D-6E8A-4147-A177-3AD203B41FA5}">
                      <a16:colId xmlns:a16="http://schemas.microsoft.com/office/drawing/2014/main" val="258231383"/>
                    </a:ext>
                  </a:extLst>
                </a:gridCol>
                <a:gridCol w="1266092">
                  <a:extLst>
                    <a:ext uri="{9D8B030D-6E8A-4147-A177-3AD203B41FA5}">
                      <a16:colId xmlns:a16="http://schemas.microsoft.com/office/drawing/2014/main" val="3756037161"/>
                    </a:ext>
                  </a:extLst>
                </a:gridCol>
                <a:gridCol w="7043054">
                  <a:extLst>
                    <a:ext uri="{9D8B030D-6E8A-4147-A177-3AD203B41FA5}">
                      <a16:colId xmlns:a16="http://schemas.microsoft.com/office/drawing/2014/main" val="1968694912"/>
                    </a:ext>
                  </a:extLst>
                </a:gridCol>
              </a:tblGrid>
              <a:tr h="370840">
                <a:tc>
                  <a:txBody>
                    <a:bodyPr/>
                    <a:lstStyle/>
                    <a:p>
                      <a:r>
                        <a:rPr lang="es-CO" b="0" dirty="0"/>
                        <a:t>Port</a:t>
                      </a:r>
                    </a:p>
                  </a:txBody>
                  <a:tcPr anchor="ctr"/>
                </a:tc>
                <a:tc>
                  <a:txBody>
                    <a:bodyPr/>
                    <a:lstStyle/>
                    <a:p>
                      <a:endParaRPr lang="es-CO" b="0" dirty="0"/>
                    </a:p>
                    <a:p>
                      <a:endParaRPr lang="es-CO" b="0" dirty="0"/>
                    </a:p>
                    <a:p>
                      <a:endParaRPr lang="es-CO" b="0" dirty="0"/>
                    </a:p>
                  </a:txBody>
                  <a:tcPr/>
                </a:tc>
                <a:tc>
                  <a:txBody>
                    <a:bodyPr/>
                    <a:lstStyle/>
                    <a:p>
                      <a:r>
                        <a:rPr lang="es-CO" b="0" dirty="0"/>
                        <a:t>Herramienta que permite la conexión entre hojas esquemáticas y al interior de hojas. La conectividad proporcionada por esta herramienta es independiente de la estructura jerárquica del proyecto</a:t>
                      </a:r>
                    </a:p>
                  </a:txBody>
                  <a:tcPr/>
                </a:tc>
                <a:extLst>
                  <a:ext uri="{0D108BD9-81ED-4DB2-BD59-A6C34878D82A}">
                    <a16:rowId xmlns:a16="http://schemas.microsoft.com/office/drawing/2014/main" val="3072615136"/>
                  </a:ext>
                </a:extLst>
              </a:tr>
              <a:tr h="370840">
                <a:tc>
                  <a:txBody>
                    <a:bodyPr/>
                    <a:lstStyle/>
                    <a:p>
                      <a:r>
                        <a:rPr lang="es-CO" b="0" dirty="0" err="1"/>
                        <a:t>Power</a:t>
                      </a:r>
                      <a:r>
                        <a:rPr lang="es-CO" b="0" dirty="0"/>
                        <a:t> Port</a:t>
                      </a:r>
                    </a:p>
                  </a:txBody>
                  <a:tcPr anchor="ctr"/>
                </a:tc>
                <a:tc>
                  <a:txBody>
                    <a:bodyPr/>
                    <a:lstStyle/>
                    <a:p>
                      <a:endParaRPr lang="es-CO" b="0" dirty="0"/>
                    </a:p>
                    <a:p>
                      <a:endParaRPr lang="es-CO" b="0" dirty="0"/>
                    </a:p>
                    <a:p>
                      <a:endParaRPr lang="es-CO" b="0" dirty="0"/>
                    </a:p>
                  </a:txBody>
                  <a:tcPr/>
                </a:tc>
                <a:tc>
                  <a:txBody>
                    <a:bodyPr/>
                    <a:lstStyle/>
                    <a:p>
                      <a:r>
                        <a:rPr lang="es-CO" b="0" dirty="0"/>
                        <a:t>Facilita la interconexión de las fuentes de alimentación. La herramienta crea conectividad entre todos los puertos de alimentación con el mismo nombre</a:t>
                      </a:r>
                    </a:p>
                  </a:txBody>
                  <a:tcPr/>
                </a:tc>
                <a:extLst>
                  <a:ext uri="{0D108BD9-81ED-4DB2-BD59-A6C34878D82A}">
                    <a16:rowId xmlns:a16="http://schemas.microsoft.com/office/drawing/2014/main" val="1645291842"/>
                  </a:ext>
                </a:extLst>
              </a:tr>
              <a:tr h="370840">
                <a:tc>
                  <a:txBody>
                    <a:bodyPr/>
                    <a:lstStyle/>
                    <a:p>
                      <a:r>
                        <a:rPr lang="es-CO" b="0" dirty="0" err="1"/>
                        <a:t>Sheet</a:t>
                      </a:r>
                      <a:r>
                        <a:rPr lang="es-CO" b="0" dirty="0"/>
                        <a:t> </a:t>
                      </a:r>
                      <a:r>
                        <a:rPr lang="es-CO" b="0" dirty="0" err="1"/>
                        <a:t>Entry</a:t>
                      </a:r>
                      <a:endParaRPr lang="es-CO" b="0" dirty="0"/>
                    </a:p>
                  </a:txBody>
                  <a:tcPr anchor="ctr"/>
                </a:tc>
                <a:tc>
                  <a:txBody>
                    <a:bodyPr/>
                    <a:lstStyle/>
                    <a:p>
                      <a:endParaRPr lang="es-CO" b="0" dirty="0"/>
                    </a:p>
                    <a:p>
                      <a:endParaRPr lang="es-CO" b="0" dirty="0"/>
                    </a:p>
                    <a:p>
                      <a:endParaRPr lang="es-CO" b="0" dirty="0"/>
                    </a:p>
                  </a:txBody>
                  <a:tcPr/>
                </a:tc>
                <a:tc>
                  <a:txBody>
                    <a:bodyPr/>
                    <a:lstStyle/>
                    <a:p>
                      <a:r>
                        <a:rPr lang="es-CO" b="0" dirty="0"/>
                        <a:t>Localizada al interior de los símbolos de hoja para crear conectividad a un puerto del mismo nombre en la hoja esquemática asociada al símbolo.</a:t>
                      </a:r>
                    </a:p>
                  </a:txBody>
                  <a:tcPr/>
                </a:tc>
                <a:extLst>
                  <a:ext uri="{0D108BD9-81ED-4DB2-BD59-A6C34878D82A}">
                    <a16:rowId xmlns:a16="http://schemas.microsoft.com/office/drawing/2014/main" val="2367999741"/>
                  </a:ext>
                </a:extLst>
              </a:tr>
              <a:tr h="370840">
                <a:tc>
                  <a:txBody>
                    <a:bodyPr/>
                    <a:lstStyle/>
                    <a:p>
                      <a:r>
                        <a:rPr lang="es-CO" b="0" dirty="0" err="1"/>
                        <a:t>Signal</a:t>
                      </a:r>
                      <a:r>
                        <a:rPr lang="es-CO" b="0" dirty="0"/>
                        <a:t> </a:t>
                      </a:r>
                      <a:r>
                        <a:rPr lang="es-CO" b="0" dirty="0" err="1"/>
                        <a:t>Harness</a:t>
                      </a:r>
                      <a:endParaRPr lang="es-CO" b="0" dirty="0"/>
                    </a:p>
                  </a:txBody>
                  <a:tcPr anchor="ctr"/>
                </a:tc>
                <a:tc>
                  <a:txBody>
                    <a:bodyPr/>
                    <a:lstStyle/>
                    <a:p>
                      <a:endParaRPr lang="es-CO" b="0" dirty="0"/>
                    </a:p>
                    <a:p>
                      <a:endParaRPr lang="es-CO" b="0" dirty="0"/>
                    </a:p>
                    <a:p>
                      <a:endParaRPr lang="es-CO" b="0" dirty="0"/>
                    </a:p>
                  </a:txBody>
                  <a:tcPr/>
                </a:tc>
                <a:tc>
                  <a:txBody>
                    <a:bodyPr/>
                    <a:lstStyle/>
                    <a:p>
                      <a:r>
                        <a:rPr lang="es-CO" b="0" dirty="0"/>
                        <a:t>Se usa para agrupar en una sola señal redes, buses y otros arneses de señal de menor nivel</a:t>
                      </a:r>
                    </a:p>
                  </a:txBody>
                  <a:tcPr/>
                </a:tc>
                <a:extLst>
                  <a:ext uri="{0D108BD9-81ED-4DB2-BD59-A6C34878D82A}">
                    <a16:rowId xmlns:a16="http://schemas.microsoft.com/office/drawing/2014/main" val="2046833729"/>
                  </a:ext>
                </a:extLst>
              </a:tr>
              <a:tr h="370840">
                <a:tc>
                  <a:txBody>
                    <a:bodyPr/>
                    <a:lstStyle/>
                    <a:p>
                      <a:r>
                        <a:rPr lang="es-CO" b="0" dirty="0"/>
                        <a:t>Wire</a:t>
                      </a:r>
                    </a:p>
                  </a:txBody>
                  <a:tcPr anchor="ctr"/>
                </a:tc>
                <a:tc>
                  <a:txBody>
                    <a:bodyPr/>
                    <a:lstStyle/>
                    <a:p>
                      <a:endParaRPr lang="es-CO" b="0" dirty="0"/>
                    </a:p>
                    <a:p>
                      <a:endParaRPr lang="es-CO" b="0" dirty="0"/>
                    </a:p>
                    <a:p>
                      <a:endParaRPr lang="es-CO" b="0" dirty="0"/>
                    </a:p>
                  </a:txBody>
                  <a:tcPr/>
                </a:tc>
                <a:tc>
                  <a:txBody>
                    <a:bodyPr/>
                    <a:lstStyle/>
                    <a:p>
                      <a:r>
                        <a:rPr lang="es-CO" b="0" dirty="0"/>
                        <a:t>Primitiva de diseño que permite la conexión física de los componentes</a:t>
                      </a:r>
                    </a:p>
                  </a:txBody>
                  <a:tcPr/>
                </a:tc>
                <a:extLst>
                  <a:ext uri="{0D108BD9-81ED-4DB2-BD59-A6C34878D82A}">
                    <a16:rowId xmlns:a16="http://schemas.microsoft.com/office/drawing/2014/main" val="718391743"/>
                  </a:ext>
                </a:extLst>
              </a:tr>
            </a:tbl>
          </a:graphicData>
        </a:graphic>
      </p:graphicFrame>
      <p:pic>
        <p:nvPicPr>
          <p:cNvPr id="3074" name="Picture 2">
            <a:extLst>
              <a:ext uri="{FF2B5EF4-FFF2-40B4-BE49-F238E27FC236}">
                <a16:creationId xmlns:a16="http://schemas.microsoft.com/office/drawing/2014/main" id="{7CE75437-B6CF-4A5D-82AF-A0FBE84E1C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747" y="2065564"/>
            <a:ext cx="633332" cy="400001"/>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9A7659E4-75EB-436C-9484-CFCD5717A1AE}"/>
              </a:ext>
            </a:extLst>
          </p:cNvPr>
          <p:cNvPicPr>
            <a:picLocks noChangeAspect="1"/>
          </p:cNvPicPr>
          <p:nvPr/>
        </p:nvPicPr>
        <p:blipFill rotWithShape="1">
          <a:blip r:embed="rId3"/>
          <a:srcRect l="18342" t="786" r="21725" b="92851"/>
          <a:stretch/>
        </p:blipFill>
        <p:spPr>
          <a:xfrm>
            <a:off x="3069920" y="2891124"/>
            <a:ext cx="599493" cy="602551"/>
          </a:xfrm>
          <a:prstGeom prst="rect">
            <a:avLst/>
          </a:prstGeom>
        </p:spPr>
      </p:pic>
      <p:pic>
        <p:nvPicPr>
          <p:cNvPr id="12" name="Imagen 11">
            <a:extLst>
              <a:ext uri="{FF2B5EF4-FFF2-40B4-BE49-F238E27FC236}">
                <a16:creationId xmlns:a16="http://schemas.microsoft.com/office/drawing/2014/main" id="{2DC95687-C23C-49A7-AD20-0620A7CBF5AB}"/>
              </a:ext>
            </a:extLst>
          </p:cNvPr>
          <p:cNvPicPr>
            <a:picLocks noChangeAspect="1"/>
          </p:cNvPicPr>
          <p:nvPr/>
        </p:nvPicPr>
        <p:blipFill rotWithShape="1">
          <a:blip r:embed="rId3"/>
          <a:srcRect l="17253" t="9693" r="19136" b="83689"/>
          <a:stretch/>
        </p:blipFill>
        <p:spPr>
          <a:xfrm>
            <a:off x="3669413" y="2879026"/>
            <a:ext cx="636270" cy="626745"/>
          </a:xfrm>
          <a:prstGeom prst="rect">
            <a:avLst/>
          </a:prstGeom>
        </p:spPr>
      </p:pic>
      <p:pic>
        <p:nvPicPr>
          <p:cNvPr id="3076" name="Picture 4">
            <a:extLst>
              <a:ext uri="{FF2B5EF4-FFF2-40B4-BE49-F238E27FC236}">
                <a16:creationId xmlns:a16="http://schemas.microsoft.com/office/drawing/2014/main" id="{2CE31511-2BD1-4C9E-833F-93ECDE971E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9666" y="3844958"/>
            <a:ext cx="500000" cy="533334"/>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89AD26F2-103F-4B7B-A0BE-CC691B93ED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19665" y="4729575"/>
            <a:ext cx="600002" cy="600002"/>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ED5F38F2-0598-4713-8BC3-CE60E3501A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9413" y="5680860"/>
            <a:ext cx="666666" cy="50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569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98049C5-DEAA-434D-AD91-3E863D6CF0BA}"/>
              </a:ext>
            </a:extLst>
          </p:cNvPr>
          <p:cNvSpPr>
            <a:spLocks noGrp="1"/>
          </p:cNvSpPr>
          <p:nvPr>
            <p:ph type="title"/>
          </p:nvPr>
        </p:nvSpPr>
        <p:spPr>
          <a:xfrm>
            <a:off x="686834" y="1153572"/>
            <a:ext cx="3200400" cy="4461163"/>
          </a:xfrm>
        </p:spPr>
        <p:txBody>
          <a:bodyPr>
            <a:normAutofit/>
          </a:bodyPr>
          <a:lstStyle/>
          <a:p>
            <a:r>
              <a:rPr lang="es-CO" dirty="0">
                <a:solidFill>
                  <a:srgbClr val="FFFFFF"/>
                </a:solidFill>
              </a:rPr>
              <a:t>Agrupando múltiple redes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5CDD2562-069B-4C6C-A79F-B903361229BF}"/>
              </a:ext>
            </a:extLst>
          </p:cNvPr>
          <p:cNvSpPr>
            <a:spLocks noGrp="1"/>
          </p:cNvSpPr>
          <p:nvPr>
            <p:ph idx="1"/>
          </p:nvPr>
        </p:nvSpPr>
        <p:spPr>
          <a:xfrm>
            <a:off x="4447308" y="591344"/>
            <a:ext cx="6906491" cy="5585619"/>
          </a:xfrm>
        </p:spPr>
        <p:txBody>
          <a:bodyPr anchor="ctr">
            <a:normAutofit/>
          </a:bodyPr>
          <a:lstStyle/>
          <a:p>
            <a:r>
              <a:rPr lang="es-CO" dirty="0"/>
              <a:t>Un desafío común en diseños grandes es mantener el número de redes bajo control</a:t>
            </a:r>
          </a:p>
          <a:p>
            <a:pPr lvl="1"/>
            <a:r>
              <a:rPr lang="es-CO" dirty="0"/>
              <a:t>Facilidad para creación de conectividad</a:t>
            </a:r>
          </a:p>
          <a:p>
            <a:pPr lvl="1"/>
            <a:r>
              <a:rPr lang="es-CO" dirty="0"/>
              <a:t>Facilidad para interpretar y comprender el circuito</a:t>
            </a:r>
          </a:p>
          <a:p>
            <a:pPr lvl="1"/>
            <a:r>
              <a:rPr lang="es-CO" dirty="0"/>
              <a:t>Particularmente importante cuando se trabaja con múltiples hojas</a:t>
            </a:r>
          </a:p>
          <a:p>
            <a:r>
              <a:rPr lang="es-CO" dirty="0"/>
              <a:t>Altium ofrece dos estrategias para agrupar señales y mantener el número de redes controlado</a:t>
            </a:r>
          </a:p>
          <a:p>
            <a:pPr lvl="1"/>
            <a:r>
              <a:rPr lang="es-CO" dirty="0"/>
              <a:t>Buses</a:t>
            </a:r>
          </a:p>
          <a:p>
            <a:pPr lvl="1"/>
            <a:r>
              <a:rPr lang="es-CO" dirty="0" err="1"/>
              <a:t>Signal</a:t>
            </a:r>
            <a:r>
              <a:rPr lang="es-CO" dirty="0"/>
              <a:t> </a:t>
            </a:r>
            <a:r>
              <a:rPr lang="es-CO" dirty="0" err="1"/>
              <a:t>Harnesses</a:t>
            </a:r>
            <a:endParaRPr lang="es-CO" dirty="0"/>
          </a:p>
        </p:txBody>
      </p:sp>
    </p:spTree>
    <p:extLst>
      <p:ext uri="{BB962C8B-B14F-4D97-AF65-F5344CB8AC3E}">
        <p14:creationId xmlns:p14="http://schemas.microsoft.com/office/powerpoint/2010/main" val="3702274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3B2977C-C59E-4AF6-85D0-D5A371A2566D}"/>
              </a:ext>
            </a:extLst>
          </p:cNvPr>
          <p:cNvSpPr>
            <a:spLocks noGrp="1"/>
          </p:cNvSpPr>
          <p:nvPr>
            <p:ph type="title"/>
          </p:nvPr>
        </p:nvSpPr>
        <p:spPr>
          <a:xfrm>
            <a:off x="589560" y="856180"/>
            <a:ext cx="5279408" cy="1128068"/>
          </a:xfrm>
        </p:spPr>
        <p:txBody>
          <a:bodyPr anchor="ctr">
            <a:normAutofit/>
          </a:bodyPr>
          <a:lstStyle/>
          <a:p>
            <a:r>
              <a:rPr lang="es-CO" sz="4000"/>
              <a:t>Trabajando con Buses</a:t>
            </a:r>
          </a:p>
        </p:txBody>
      </p:sp>
      <p:grpSp>
        <p:nvGrpSpPr>
          <p:cNvPr id="14" name="Group 1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B486295B-3E42-4EA6-84EF-F42E4556C3E9}"/>
              </a:ext>
            </a:extLst>
          </p:cNvPr>
          <p:cNvSpPr>
            <a:spLocks noGrp="1"/>
          </p:cNvSpPr>
          <p:nvPr>
            <p:ph idx="1"/>
          </p:nvPr>
        </p:nvSpPr>
        <p:spPr>
          <a:xfrm>
            <a:off x="590719" y="2330505"/>
            <a:ext cx="5278066" cy="3979585"/>
          </a:xfrm>
        </p:spPr>
        <p:txBody>
          <a:bodyPr anchor="ctr">
            <a:normAutofit/>
          </a:bodyPr>
          <a:lstStyle/>
          <a:p>
            <a:r>
              <a:rPr lang="es-CO" sz="2000" dirty="0"/>
              <a:t>Los buses se usan para agrupar señales secuenciales (bus de direcciones, bus de datos)</a:t>
            </a:r>
          </a:p>
          <a:p>
            <a:r>
              <a:rPr lang="es-CO" sz="2000" dirty="0"/>
              <a:t>El requisito principal es que cada señal sea nombrada con un nombre base común seguido de un numero</a:t>
            </a:r>
          </a:p>
          <a:p>
            <a:r>
              <a:rPr lang="es-CO" sz="2000" dirty="0"/>
              <a:t>Un bus valido debe incluir los siguientes elementos</a:t>
            </a:r>
          </a:p>
          <a:p>
            <a:pPr lvl="1"/>
            <a:r>
              <a:rPr lang="es-CO" sz="2000" dirty="0"/>
              <a:t>Una etiqueta en cada red individual</a:t>
            </a:r>
          </a:p>
          <a:p>
            <a:pPr lvl="1"/>
            <a:r>
              <a:rPr lang="es-CO" sz="2000" dirty="0"/>
              <a:t>Una etiqueta en la línea del bus</a:t>
            </a:r>
          </a:p>
          <a:p>
            <a:pPr lvl="1"/>
            <a:r>
              <a:rPr lang="es-CO" sz="2000" dirty="0"/>
              <a:t>Un puerto con el mismo nombre del bus si este sale de la hoja</a:t>
            </a:r>
          </a:p>
        </p:txBody>
      </p:sp>
      <p:sp>
        <p:nvSpPr>
          <p:cNvPr id="20" name="Rectangle 1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Diagrama&#10;&#10;Descripción generada automáticamente con confianza baja">
            <a:extLst>
              <a:ext uri="{FF2B5EF4-FFF2-40B4-BE49-F238E27FC236}">
                <a16:creationId xmlns:a16="http://schemas.microsoft.com/office/drawing/2014/main" id="{A0E971C3-D0BE-48A7-91F8-251381ED5034}"/>
              </a:ext>
            </a:extLst>
          </p:cNvPr>
          <p:cNvPicPr>
            <a:picLocks noChangeAspect="1"/>
          </p:cNvPicPr>
          <p:nvPr/>
        </p:nvPicPr>
        <p:blipFill>
          <a:blip r:embed="rId2"/>
          <a:stretch>
            <a:fillRect/>
          </a:stretch>
        </p:blipFill>
        <p:spPr>
          <a:xfrm>
            <a:off x="7411653" y="581892"/>
            <a:ext cx="3740972" cy="2518756"/>
          </a:xfrm>
          <a:prstGeom prst="rect">
            <a:avLst/>
          </a:prstGeom>
        </p:spPr>
      </p:pic>
      <p:sp>
        <p:nvSpPr>
          <p:cNvPr id="24" name="Rectangle 23">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descr="Diagrama&#10;&#10;Descripción generada automáticamente">
            <a:extLst>
              <a:ext uri="{FF2B5EF4-FFF2-40B4-BE49-F238E27FC236}">
                <a16:creationId xmlns:a16="http://schemas.microsoft.com/office/drawing/2014/main" id="{8028D42C-38A0-4DEF-ADC2-2484097D2862}"/>
              </a:ext>
            </a:extLst>
          </p:cNvPr>
          <p:cNvPicPr>
            <a:picLocks noChangeAspect="1"/>
          </p:cNvPicPr>
          <p:nvPr/>
        </p:nvPicPr>
        <p:blipFill>
          <a:blip r:embed="rId3"/>
          <a:stretch>
            <a:fillRect/>
          </a:stretch>
        </p:blipFill>
        <p:spPr>
          <a:xfrm>
            <a:off x="7414703" y="3707894"/>
            <a:ext cx="3733009" cy="2518756"/>
          </a:xfrm>
          <a:prstGeom prst="rect">
            <a:avLst/>
          </a:prstGeom>
        </p:spPr>
      </p:pic>
    </p:spTree>
    <p:extLst>
      <p:ext uri="{BB962C8B-B14F-4D97-AF65-F5344CB8AC3E}">
        <p14:creationId xmlns:p14="http://schemas.microsoft.com/office/powerpoint/2010/main" val="1832800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EB9FE06C-F13E-4C35-B93A-D67C05A4B31C}"/>
              </a:ext>
            </a:extLst>
          </p:cNvPr>
          <p:cNvSpPr>
            <a:spLocks noGrp="1"/>
          </p:cNvSpPr>
          <p:nvPr>
            <p:ph type="title"/>
          </p:nvPr>
        </p:nvSpPr>
        <p:spPr>
          <a:xfrm>
            <a:off x="643467" y="321734"/>
            <a:ext cx="10905066" cy="1135737"/>
          </a:xfrm>
        </p:spPr>
        <p:txBody>
          <a:bodyPr>
            <a:normAutofit/>
          </a:bodyPr>
          <a:lstStyle/>
          <a:p>
            <a:r>
              <a:rPr lang="es-CO" sz="3600"/>
              <a:t>Trabajando con arneses de señal </a:t>
            </a:r>
          </a:p>
        </p:txBody>
      </p:sp>
      <p:sp>
        <p:nvSpPr>
          <p:cNvPr id="3" name="Marcador de contenido 2">
            <a:extLst>
              <a:ext uri="{FF2B5EF4-FFF2-40B4-BE49-F238E27FC236}">
                <a16:creationId xmlns:a16="http://schemas.microsoft.com/office/drawing/2014/main" id="{8949E84C-E021-4766-88A6-7B81F83DE657}"/>
              </a:ext>
            </a:extLst>
          </p:cNvPr>
          <p:cNvSpPr>
            <a:spLocks noGrp="1"/>
          </p:cNvSpPr>
          <p:nvPr>
            <p:ph idx="1"/>
          </p:nvPr>
        </p:nvSpPr>
        <p:spPr>
          <a:xfrm>
            <a:off x="838986" y="1782981"/>
            <a:ext cx="4127089" cy="4393982"/>
          </a:xfrm>
        </p:spPr>
        <p:txBody>
          <a:bodyPr>
            <a:normAutofit fontScale="92500" lnSpcReduction="10000"/>
          </a:bodyPr>
          <a:lstStyle/>
          <a:p>
            <a:r>
              <a:rPr lang="es-CO" sz="2400" dirty="0"/>
              <a:t>A diferencia de los buses los arneses de señal (</a:t>
            </a:r>
            <a:r>
              <a:rPr lang="es-CO" sz="2400" dirty="0" err="1"/>
              <a:t>Signal</a:t>
            </a:r>
            <a:r>
              <a:rPr lang="es-CO" sz="2400" dirty="0"/>
              <a:t> </a:t>
            </a:r>
            <a:r>
              <a:rPr lang="es-CO" sz="2400" dirty="0" err="1"/>
              <a:t>Harness</a:t>
            </a:r>
            <a:r>
              <a:rPr lang="es-CO" sz="2400" dirty="0"/>
              <a:t>) son bastante flexibles y permiten agrupar redes de diverso tipo y con nombres diversos</a:t>
            </a:r>
          </a:p>
          <a:p>
            <a:pPr lvl="1"/>
            <a:r>
              <a:rPr lang="es-CO" dirty="0"/>
              <a:t>Redes</a:t>
            </a:r>
          </a:p>
          <a:p>
            <a:pPr lvl="1"/>
            <a:r>
              <a:rPr lang="es-CO" dirty="0"/>
              <a:t>Buses</a:t>
            </a:r>
          </a:p>
          <a:p>
            <a:pPr lvl="1"/>
            <a:r>
              <a:rPr lang="es-CO" dirty="0"/>
              <a:t>Otros </a:t>
            </a:r>
            <a:r>
              <a:rPr lang="es-CO" dirty="0" err="1"/>
              <a:t>Signal</a:t>
            </a:r>
            <a:r>
              <a:rPr lang="es-CO" dirty="0"/>
              <a:t> </a:t>
            </a:r>
            <a:r>
              <a:rPr lang="es-CO" dirty="0" err="1"/>
              <a:t>Harnesses</a:t>
            </a:r>
            <a:endParaRPr lang="es-CO" dirty="0"/>
          </a:p>
          <a:p>
            <a:r>
              <a:rPr lang="es-CO" sz="2400" dirty="0"/>
              <a:t>Son mas complejos de crear y administrar, pero como recompensa la presentación y comprensibilidad del esquemático mejoran</a:t>
            </a:r>
          </a:p>
        </p:txBody>
      </p:sp>
      <p:grpSp>
        <p:nvGrpSpPr>
          <p:cNvPr id="12" name="Group 11">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3"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Imagen 4" descr="Diagrama&#10;&#10;Descripción generada automáticamente con confianza baja">
            <a:extLst>
              <a:ext uri="{FF2B5EF4-FFF2-40B4-BE49-F238E27FC236}">
                <a16:creationId xmlns:a16="http://schemas.microsoft.com/office/drawing/2014/main" id="{9A49C684-BA4B-447D-8AE2-19F89D9BCC0B}"/>
              </a:ext>
            </a:extLst>
          </p:cNvPr>
          <p:cNvPicPr>
            <a:picLocks noChangeAspect="1"/>
          </p:cNvPicPr>
          <p:nvPr/>
        </p:nvPicPr>
        <p:blipFill>
          <a:blip r:embed="rId2"/>
          <a:stretch>
            <a:fillRect/>
          </a:stretch>
        </p:blipFill>
        <p:spPr>
          <a:xfrm>
            <a:off x="5452432" y="2430335"/>
            <a:ext cx="6253212" cy="2898214"/>
          </a:xfrm>
          <a:prstGeom prst="rect">
            <a:avLst/>
          </a:prstGeom>
        </p:spPr>
      </p:pic>
      <p:grpSp>
        <p:nvGrpSpPr>
          <p:cNvPr id="16" name="Group 15">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7" name="Rectangle 16">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9487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6D37EE4-EA1B-46EE-A54B-5233C63C96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8BD4AB3-3DE6-4D54-9E7E-D37E45A61206}"/>
              </a:ext>
            </a:extLst>
          </p:cNvPr>
          <p:cNvSpPr>
            <a:spLocks noGrp="1"/>
          </p:cNvSpPr>
          <p:nvPr>
            <p:ph type="title"/>
          </p:nvPr>
        </p:nvSpPr>
        <p:spPr>
          <a:xfrm>
            <a:off x="572493" y="238539"/>
            <a:ext cx="11047013" cy="1434415"/>
          </a:xfrm>
        </p:spPr>
        <p:txBody>
          <a:bodyPr anchor="b">
            <a:normAutofit/>
          </a:bodyPr>
          <a:lstStyle/>
          <a:p>
            <a:r>
              <a:rPr lang="es-CO" sz="5400"/>
              <a:t>Dividir el diseño en múltiples hojas</a:t>
            </a:r>
          </a:p>
        </p:txBody>
      </p:sp>
      <p:sp>
        <p:nvSpPr>
          <p:cNvPr id="12" name="sketch line">
            <a:extLst>
              <a:ext uri="{FF2B5EF4-FFF2-40B4-BE49-F238E27FC236}">
                <a16:creationId xmlns:a16="http://schemas.microsoft.com/office/drawing/2014/main" id="{927D5270-6648-4CC1-8F78-48BE299CA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767709"/>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descr="Diagrama&#10;&#10;Descripción generada automáticamente">
            <a:extLst>
              <a:ext uri="{FF2B5EF4-FFF2-40B4-BE49-F238E27FC236}">
                <a16:creationId xmlns:a16="http://schemas.microsoft.com/office/drawing/2014/main" id="{5898FE87-43CF-4A28-A4CE-91D6CEED9D63}"/>
              </a:ext>
            </a:extLst>
          </p:cNvPr>
          <p:cNvPicPr>
            <a:picLocks noChangeAspect="1"/>
          </p:cNvPicPr>
          <p:nvPr/>
        </p:nvPicPr>
        <p:blipFill rotWithShape="1">
          <a:blip r:embed="rId2"/>
          <a:srcRect l="35301" r="19455"/>
          <a:stretch/>
        </p:blipFill>
        <p:spPr>
          <a:xfrm>
            <a:off x="572492" y="2002056"/>
            <a:ext cx="3943849" cy="4184060"/>
          </a:xfrm>
          <a:custGeom>
            <a:avLst/>
            <a:gdLst/>
            <a:ahLst/>
            <a:cxnLst/>
            <a:rect l="l" t="t" r="r" b="b"/>
            <a:pathLst>
              <a:path w="3807743" h="6307845">
                <a:moveTo>
                  <a:pt x="723201" y="386"/>
                </a:moveTo>
                <a:cubicBezTo>
                  <a:pt x="853884" y="-4204"/>
                  <a:pt x="1013493" y="33912"/>
                  <a:pt x="1176100" y="22622"/>
                </a:cubicBezTo>
                <a:cubicBezTo>
                  <a:pt x="1230302" y="18859"/>
                  <a:pt x="1281736" y="20622"/>
                  <a:pt x="1331852" y="24473"/>
                </a:cubicBezTo>
                <a:lnTo>
                  <a:pt x="1439547" y="34944"/>
                </a:lnTo>
                <a:lnTo>
                  <a:pt x="1484197" y="36226"/>
                </a:lnTo>
                <a:cubicBezTo>
                  <a:pt x="1535166" y="35421"/>
                  <a:pt x="1586369" y="31625"/>
                  <a:pt x="1636625" y="22622"/>
                </a:cubicBezTo>
                <a:cubicBezTo>
                  <a:pt x="1686882" y="13619"/>
                  <a:pt x="1729837" y="10653"/>
                  <a:pt x="1768740" y="10885"/>
                </a:cubicBezTo>
                <a:lnTo>
                  <a:pt x="1829538" y="15086"/>
                </a:lnTo>
                <a:lnTo>
                  <a:pt x="1869968" y="7996"/>
                </a:lnTo>
                <a:cubicBezTo>
                  <a:pt x="1953577" y="-31"/>
                  <a:pt x="2036989" y="9808"/>
                  <a:pt x="2112925" y="20118"/>
                </a:cubicBezTo>
                <a:lnTo>
                  <a:pt x="2119331" y="20977"/>
                </a:lnTo>
                <a:lnTo>
                  <a:pt x="2221855" y="13374"/>
                </a:lnTo>
                <a:cubicBezTo>
                  <a:pt x="2261207" y="12845"/>
                  <a:pt x="2298379" y="14359"/>
                  <a:pt x="2333484" y="16393"/>
                </a:cubicBezTo>
                <a:lnTo>
                  <a:pt x="2372613" y="18812"/>
                </a:lnTo>
                <a:lnTo>
                  <a:pt x="2404945" y="9387"/>
                </a:lnTo>
                <a:cubicBezTo>
                  <a:pt x="2452532" y="1754"/>
                  <a:pt x="2506192" y="9333"/>
                  <a:pt x="2561622" y="17814"/>
                </a:cubicBezTo>
                <a:lnTo>
                  <a:pt x="2583950" y="20591"/>
                </a:lnTo>
                <a:lnTo>
                  <a:pt x="2643527" y="20319"/>
                </a:lnTo>
                <a:cubicBezTo>
                  <a:pt x="2669677" y="20426"/>
                  <a:pt x="2697963" y="20717"/>
                  <a:pt x="2727392" y="21103"/>
                </a:cubicBezTo>
                <a:lnTo>
                  <a:pt x="2786908" y="21989"/>
                </a:lnTo>
                <a:lnTo>
                  <a:pt x="2846459" y="13267"/>
                </a:lnTo>
                <a:cubicBezTo>
                  <a:pt x="2896401" y="10176"/>
                  <a:pt x="2960607" y="12733"/>
                  <a:pt x="3036361" y="17072"/>
                </a:cubicBezTo>
                <a:lnTo>
                  <a:pt x="3129100" y="22671"/>
                </a:lnTo>
                <a:lnTo>
                  <a:pt x="3130653" y="22622"/>
                </a:lnTo>
                <a:cubicBezTo>
                  <a:pt x="3178874" y="19804"/>
                  <a:pt x="3260845" y="26231"/>
                  <a:pt x="3352422" y="32691"/>
                </a:cubicBezTo>
                <a:lnTo>
                  <a:pt x="3362608" y="33356"/>
                </a:lnTo>
                <a:lnTo>
                  <a:pt x="3446036" y="35579"/>
                </a:lnTo>
                <a:cubicBezTo>
                  <a:pt x="3550323" y="36566"/>
                  <a:pt x="3662083" y="33535"/>
                  <a:pt x="3778601" y="22622"/>
                </a:cubicBezTo>
                <a:cubicBezTo>
                  <a:pt x="3793981" y="243672"/>
                  <a:pt x="3764152" y="318695"/>
                  <a:pt x="3778601" y="467157"/>
                </a:cubicBezTo>
                <a:cubicBezTo>
                  <a:pt x="3790077" y="557563"/>
                  <a:pt x="3783697" y="684218"/>
                  <a:pt x="3777639" y="811856"/>
                </a:cubicBezTo>
                <a:lnTo>
                  <a:pt x="3773760" y="922625"/>
                </a:lnTo>
                <a:lnTo>
                  <a:pt x="3778601" y="974384"/>
                </a:lnTo>
                <a:cubicBezTo>
                  <a:pt x="3785784" y="1003717"/>
                  <a:pt x="3785160" y="1041120"/>
                  <a:pt x="3781239" y="1085904"/>
                </a:cubicBezTo>
                <a:lnTo>
                  <a:pt x="3776107" y="1132519"/>
                </a:lnTo>
                <a:lnTo>
                  <a:pt x="3778601" y="1162456"/>
                </a:lnTo>
                <a:cubicBezTo>
                  <a:pt x="3791360" y="1256797"/>
                  <a:pt x="3774958" y="1367020"/>
                  <a:pt x="3763568" y="1469787"/>
                </a:cubicBezTo>
                <a:lnTo>
                  <a:pt x="3758806" y="1520515"/>
                </a:lnTo>
                <a:lnTo>
                  <a:pt x="3760417" y="1549437"/>
                </a:lnTo>
                <a:cubicBezTo>
                  <a:pt x="3764298" y="1588133"/>
                  <a:pt x="3770171" y="1628243"/>
                  <a:pt x="3778601" y="1669683"/>
                </a:cubicBezTo>
                <a:cubicBezTo>
                  <a:pt x="3846039" y="2001203"/>
                  <a:pt x="3774784" y="2142285"/>
                  <a:pt x="3778601" y="2364982"/>
                </a:cubicBezTo>
                <a:lnTo>
                  <a:pt x="3776565" y="2406088"/>
                </a:lnTo>
                <a:lnTo>
                  <a:pt x="3778601" y="2427673"/>
                </a:lnTo>
                <a:cubicBezTo>
                  <a:pt x="3821357" y="2695960"/>
                  <a:pt x="3735684" y="2699438"/>
                  <a:pt x="3778601" y="2809517"/>
                </a:cubicBezTo>
                <a:cubicBezTo>
                  <a:pt x="3789330" y="2837037"/>
                  <a:pt x="3791666" y="2872927"/>
                  <a:pt x="3789892" y="2914654"/>
                </a:cubicBezTo>
                <a:lnTo>
                  <a:pt x="3784971" y="2966248"/>
                </a:lnTo>
                <a:lnTo>
                  <a:pt x="3796722" y="3024078"/>
                </a:lnTo>
                <a:cubicBezTo>
                  <a:pt x="3809238" y="3115139"/>
                  <a:pt x="3806232" y="3210898"/>
                  <a:pt x="3799338" y="3302850"/>
                </a:cubicBezTo>
                <a:lnTo>
                  <a:pt x="3787405" y="3438354"/>
                </a:lnTo>
                <a:lnTo>
                  <a:pt x="3790719" y="3460532"/>
                </a:lnTo>
                <a:cubicBezTo>
                  <a:pt x="3797323" y="3541872"/>
                  <a:pt x="3789007" y="3624193"/>
                  <a:pt x="3780361" y="3709762"/>
                </a:cubicBezTo>
                <a:lnTo>
                  <a:pt x="3780169" y="3712283"/>
                </a:lnTo>
                <a:lnTo>
                  <a:pt x="3781239" y="3768266"/>
                </a:lnTo>
                <a:cubicBezTo>
                  <a:pt x="3780994" y="3815588"/>
                  <a:pt x="3779902" y="3863939"/>
                  <a:pt x="3778794" y="3912511"/>
                </a:cubicBezTo>
                <a:lnTo>
                  <a:pt x="3776324" y="4054010"/>
                </a:lnTo>
                <a:lnTo>
                  <a:pt x="3778601" y="4074733"/>
                </a:lnTo>
                <a:cubicBezTo>
                  <a:pt x="3822365" y="4336760"/>
                  <a:pt x="3765189" y="4482586"/>
                  <a:pt x="3778601" y="4644650"/>
                </a:cubicBezTo>
                <a:cubicBezTo>
                  <a:pt x="3781954" y="4685166"/>
                  <a:pt x="3782850" y="4718916"/>
                  <a:pt x="3782504" y="4749344"/>
                </a:cubicBezTo>
                <a:lnTo>
                  <a:pt x="3780512" y="4796832"/>
                </a:lnTo>
                <a:lnTo>
                  <a:pt x="3786260" y="4877451"/>
                </a:lnTo>
                <a:cubicBezTo>
                  <a:pt x="3786165" y="4918212"/>
                  <a:pt x="3784020" y="4964155"/>
                  <a:pt x="3781623" y="5015963"/>
                </a:cubicBezTo>
                <a:lnTo>
                  <a:pt x="3779076" y="5087925"/>
                </a:lnTo>
                <a:lnTo>
                  <a:pt x="3779599" y="5155456"/>
                </a:lnTo>
                <a:lnTo>
                  <a:pt x="3775907" y="5219073"/>
                </a:lnTo>
                <a:lnTo>
                  <a:pt x="3778601" y="5402640"/>
                </a:lnTo>
                <a:cubicBezTo>
                  <a:pt x="3780494" y="5441637"/>
                  <a:pt x="3781680" y="5475146"/>
                  <a:pt x="3782335" y="5504141"/>
                </a:cubicBezTo>
                <a:lnTo>
                  <a:pt x="3782798" y="5566951"/>
                </a:lnTo>
                <a:lnTo>
                  <a:pt x="3786885" y="5599303"/>
                </a:lnTo>
                <a:cubicBezTo>
                  <a:pt x="3799534" y="5776838"/>
                  <a:pt x="3769350" y="6111156"/>
                  <a:pt x="3778601" y="6291711"/>
                </a:cubicBezTo>
                <a:cubicBezTo>
                  <a:pt x="3687392" y="6306733"/>
                  <a:pt x="3632350" y="6304889"/>
                  <a:pt x="3574752" y="6300212"/>
                </a:cubicBezTo>
                <a:lnTo>
                  <a:pt x="3545837" y="6297718"/>
                </a:lnTo>
                <a:lnTo>
                  <a:pt x="3527963" y="6296834"/>
                </a:lnTo>
                <a:cubicBezTo>
                  <a:pt x="3482151" y="6294419"/>
                  <a:pt x="3430025" y="6291672"/>
                  <a:pt x="3355561" y="6291711"/>
                </a:cubicBezTo>
                <a:cubicBezTo>
                  <a:pt x="3304843" y="6293555"/>
                  <a:pt x="3262749" y="6292377"/>
                  <a:pt x="3225711" y="6290098"/>
                </a:cubicBezTo>
                <a:lnTo>
                  <a:pt x="3218247" y="6289525"/>
                </a:lnTo>
                <a:lnTo>
                  <a:pt x="3198550" y="6289212"/>
                </a:lnTo>
                <a:cubicBezTo>
                  <a:pt x="3144315" y="6287803"/>
                  <a:pt x="3088976" y="6286105"/>
                  <a:pt x="3034921" y="6284968"/>
                </a:cubicBezTo>
                <a:lnTo>
                  <a:pt x="2973802" y="6284626"/>
                </a:lnTo>
                <a:lnTo>
                  <a:pt x="2932520" y="6291711"/>
                </a:lnTo>
                <a:cubicBezTo>
                  <a:pt x="2893699" y="6300111"/>
                  <a:pt x="2847670" y="6301992"/>
                  <a:pt x="2797581" y="6300669"/>
                </a:cubicBezTo>
                <a:lnTo>
                  <a:pt x="2672392" y="6292599"/>
                </a:lnTo>
                <a:lnTo>
                  <a:pt x="2629726" y="6293120"/>
                </a:lnTo>
                <a:lnTo>
                  <a:pt x="2540544" y="6284698"/>
                </a:lnTo>
                <a:lnTo>
                  <a:pt x="2473475" y="6280786"/>
                </a:lnTo>
                <a:cubicBezTo>
                  <a:pt x="2419724" y="6279900"/>
                  <a:pt x="2368202" y="6282437"/>
                  <a:pt x="2322057" y="6291711"/>
                </a:cubicBezTo>
                <a:cubicBezTo>
                  <a:pt x="2275912" y="6300985"/>
                  <a:pt x="2236301" y="6305003"/>
                  <a:pt x="2199195" y="6305968"/>
                </a:cubicBezTo>
                <a:lnTo>
                  <a:pt x="2094190" y="6302012"/>
                </a:lnTo>
                <a:lnTo>
                  <a:pt x="2029724" y="6307766"/>
                </a:lnTo>
                <a:cubicBezTo>
                  <a:pt x="1971866" y="6308389"/>
                  <a:pt x="1916420" y="6305265"/>
                  <a:pt x="1864312" y="6301339"/>
                </a:cubicBezTo>
                <a:lnTo>
                  <a:pt x="1761307" y="6293375"/>
                </a:lnTo>
                <a:lnTo>
                  <a:pt x="1745972" y="6293782"/>
                </a:lnTo>
                <a:cubicBezTo>
                  <a:pt x="1699734" y="6294177"/>
                  <a:pt x="1664143" y="6292827"/>
                  <a:pt x="1633352" y="6291083"/>
                </a:cubicBezTo>
                <a:lnTo>
                  <a:pt x="1621369" y="6290324"/>
                </a:lnTo>
                <a:lnTo>
                  <a:pt x="1599140" y="6291711"/>
                </a:lnTo>
                <a:cubicBezTo>
                  <a:pt x="1564093" y="6296354"/>
                  <a:pt x="1527169" y="6296254"/>
                  <a:pt x="1488567" y="6294097"/>
                </a:cubicBezTo>
                <a:lnTo>
                  <a:pt x="1429716" y="6289243"/>
                </a:lnTo>
                <a:lnTo>
                  <a:pt x="1401008" y="6291711"/>
                </a:lnTo>
                <a:cubicBezTo>
                  <a:pt x="1314301" y="6301163"/>
                  <a:pt x="1222976" y="6299856"/>
                  <a:pt x="1127367" y="6296839"/>
                </a:cubicBezTo>
                <a:lnTo>
                  <a:pt x="1062601" y="6295730"/>
                </a:lnTo>
                <a:lnTo>
                  <a:pt x="964991" y="6305909"/>
                </a:lnTo>
                <a:cubicBezTo>
                  <a:pt x="833250" y="6307778"/>
                  <a:pt x="714190" y="6280255"/>
                  <a:pt x="603122" y="6291711"/>
                </a:cubicBezTo>
                <a:cubicBezTo>
                  <a:pt x="455032" y="6306986"/>
                  <a:pt x="261206" y="6260346"/>
                  <a:pt x="30143" y="6291711"/>
                </a:cubicBezTo>
                <a:cubicBezTo>
                  <a:pt x="-1198" y="6167281"/>
                  <a:pt x="7291" y="6044138"/>
                  <a:pt x="19371" y="5934598"/>
                </a:cubicBezTo>
                <a:lnTo>
                  <a:pt x="33559" y="5801663"/>
                </a:lnTo>
                <a:lnTo>
                  <a:pt x="30143" y="5784485"/>
                </a:lnTo>
                <a:cubicBezTo>
                  <a:pt x="7257" y="5691455"/>
                  <a:pt x="7506" y="5585492"/>
                  <a:pt x="13352" y="5476692"/>
                </a:cubicBezTo>
                <a:lnTo>
                  <a:pt x="21882" y="5346809"/>
                </a:lnTo>
                <a:lnTo>
                  <a:pt x="22064" y="5339439"/>
                </a:lnTo>
                <a:lnTo>
                  <a:pt x="29601" y="5166357"/>
                </a:lnTo>
                <a:lnTo>
                  <a:pt x="30143" y="5151877"/>
                </a:lnTo>
                <a:cubicBezTo>
                  <a:pt x="30018" y="5125783"/>
                  <a:pt x="30111" y="5102484"/>
                  <a:pt x="30346" y="5081409"/>
                </a:cubicBezTo>
                <a:lnTo>
                  <a:pt x="30433" y="5076663"/>
                </a:lnTo>
                <a:lnTo>
                  <a:pt x="30143" y="4963804"/>
                </a:lnTo>
                <a:cubicBezTo>
                  <a:pt x="27040" y="4910138"/>
                  <a:pt x="27067" y="4856021"/>
                  <a:pt x="28459" y="4800989"/>
                </a:cubicBezTo>
                <a:lnTo>
                  <a:pt x="30399" y="4750796"/>
                </a:lnTo>
                <a:lnTo>
                  <a:pt x="31514" y="4666872"/>
                </a:lnTo>
                <a:lnTo>
                  <a:pt x="34697" y="4639551"/>
                </a:lnTo>
                <a:lnTo>
                  <a:pt x="34963" y="4632686"/>
                </a:lnTo>
                <a:cubicBezTo>
                  <a:pt x="37318" y="4575362"/>
                  <a:pt x="39271" y="4516661"/>
                  <a:pt x="39056" y="4456118"/>
                </a:cubicBezTo>
                <a:lnTo>
                  <a:pt x="36996" y="4412759"/>
                </a:lnTo>
                <a:lnTo>
                  <a:pt x="30143" y="4388188"/>
                </a:lnTo>
                <a:cubicBezTo>
                  <a:pt x="7389" y="4328002"/>
                  <a:pt x="11492" y="4256950"/>
                  <a:pt x="19232" y="4188739"/>
                </a:cubicBezTo>
                <a:lnTo>
                  <a:pt x="23985" y="4147809"/>
                </a:lnTo>
                <a:lnTo>
                  <a:pt x="23690" y="4087290"/>
                </a:lnTo>
                <a:lnTo>
                  <a:pt x="29097" y="3984687"/>
                </a:lnTo>
                <a:lnTo>
                  <a:pt x="28035" y="3962690"/>
                </a:lnTo>
                <a:cubicBezTo>
                  <a:pt x="28525" y="3945828"/>
                  <a:pt x="30052" y="3926691"/>
                  <a:pt x="32148" y="3905387"/>
                </a:cubicBezTo>
                <a:lnTo>
                  <a:pt x="34754" y="3881032"/>
                </a:lnTo>
                <a:lnTo>
                  <a:pt x="39206" y="3802233"/>
                </a:lnTo>
                <a:cubicBezTo>
                  <a:pt x="39778" y="3763353"/>
                  <a:pt x="37619" y="3728800"/>
                  <a:pt x="30143" y="3698588"/>
                </a:cubicBezTo>
                <a:cubicBezTo>
                  <a:pt x="7714" y="3607954"/>
                  <a:pt x="33117" y="3482508"/>
                  <a:pt x="36579" y="3365983"/>
                </a:cubicBezTo>
                <a:lnTo>
                  <a:pt x="36510" y="3356621"/>
                </a:lnTo>
                <a:lnTo>
                  <a:pt x="30143" y="3311044"/>
                </a:lnTo>
                <a:cubicBezTo>
                  <a:pt x="14271" y="3224157"/>
                  <a:pt x="11445" y="3149243"/>
                  <a:pt x="14856" y="3082749"/>
                </a:cubicBezTo>
                <a:lnTo>
                  <a:pt x="22229" y="3005366"/>
                </a:lnTo>
                <a:lnTo>
                  <a:pt x="27244" y="2895198"/>
                </a:lnTo>
                <a:cubicBezTo>
                  <a:pt x="29143" y="2848776"/>
                  <a:pt x="30527" y="2799531"/>
                  <a:pt x="30143" y="2746826"/>
                </a:cubicBezTo>
                <a:lnTo>
                  <a:pt x="36784" y="2638240"/>
                </a:lnTo>
                <a:lnTo>
                  <a:pt x="30143" y="2615745"/>
                </a:lnTo>
                <a:cubicBezTo>
                  <a:pt x="-20952" y="2495890"/>
                  <a:pt x="17898" y="2340273"/>
                  <a:pt x="37923" y="2201958"/>
                </a:cubicBezTo>
                <a:lnTo>
                  <a:pt x="42734" y="2158379"/>
                </a:lnTo>
                <a:lnTo>
                  <a:pt x="30143" y="2114218"/>
                </a:lnTo>
                <a:cubicBezTo>
                  <a:pt x="2269" y="2040950"/>
                  <a:pt x="-2735" y="1972014"/>
                  <a:pt x="1162" y="1906697"/>
                </a:cubicBezTo>
                <a:lnTo>
                  <a:pt x="6289" y="1854885"/>
                </a:lnTo>
                <a:lnTo>
                  <a:pt x="8053" y="1809168"/>
                </a:lnTo>
                <a:cubicBezTo>
                  <a:pt x="9832" y="1790244"/>
                  <a:pt x="12470" y="1771472"/>
                  <a:pt x="15415" y="1752867"/>
                </a:cubicBezTo>
                <a:lnTo>
                  <a:pt x="30925" y="1652561"/>
                </a:lnTo>
                <a:lnTo>
                  <a:pt x="30143" y="1606992"/>
                </a:lnTo>
                <a:cubicBezTo>
                  <a:pt x="28397" y="1588584"/>
                  <a:pt x="27931" y="1568665"/>
                  <a:pt x="28348" y="1547550"/>
                </a:cubicBezTo>
                <a:lnTo>
                  <a:pt x="29206" y="1531212"/>
                </a:lnTo>
                <a:lnTo>
                  <a:pt x="23637" y="1487282"/>
                </a:lnTo>
                <a:cubicBezTo>
                  <a:pt x="16479" y="1367166"/>
                  <a:pt x="59638" y="1246041"/>
                  <a:pt x="30143" y="1156757"/>
                </a:cubicBezTo>
                <a:cubicBezTo>
                  <a:pt x="21716" y="1131248"/>
                  <a:pt x="18318" y="1090735"/>
                  <a:pt x="17757" y="1041370"/>
                </a:cubicBezTo>
                <a:lnTo>
                  <a:pt x="18463" y="985697"/>
                </a:lnTo>
                <a:lnTo>
                  <a:pt x="16239" y="975915"/>
                </a:lnTo>
                <a:cubicBezTo>
                  <a:pt x="13541" y="957312"/>
                  <a:pt x="12597" y="940330"/>
                  <a:pt x="12862" y="924477"/>
                </a:cubicBezTo>
                <a:lnTo>
                  <a:pt x="23640" y="845857"/>
                </a:lnTo>
                <a:lnTo>
                  <a:pt x="30907" y="688163"/>
                </a:lnTo>
                <a:lnTo>
                  <a:pt x="31375" y="662715"/>
                </a:lnTo>
                <a:lnTo>
                  <a:pt x="30143" y="655230"/>
                </a:lnTo>
                <a:cubicBezTo>
                  <a:pt x="20345" y="615334"/>
                  <a:pt x="17924" y="569960"/>
                  <a:pt x="19185" y="520814"/>
                </a:cubicBezTo>
                <a:lnTo>
                  <a:pt x="26662" y="415314"/>
                </a:lnTo>
                <a:lnTo>
                  <a:pt x="25635" y="383217"/>
                </a:lnTo>
                <a:cubicBezTo>
                  <a:pt x="25461" y="243905"/>
                  <a:pt x="35455" y="113017"/>
                  <a:pt x="30143" y="22622"/>
                </a:cubicBezTo>
                <a:cubicBezTo>
                  <a:pt x="90096" y="13526"/>
                  <a:pt x="146841" y="12585"/>
                  <a:pt x="200495" y="15390"/>
                </a:cubicBezTo>
                <a:lnTo>
                  <a:pt x="324102" y="27794"/>
                </a:lnTo>
                <a:lnTo>
                  <a:pt x="329634" y="27979"/>
                </a:lnTo>
                <a:cubicBezTo>
                  <a:pt x="398332" y="30204"/>
                  <a:pt x="468106" y="31425"/>
                  <a:pt x="551798" y="27886"/>
                </a:cubicBezTo>
                <a:lnTo>
                  <a:pt x="592464" y="25476"/>
                </a:lnTo>
                <a:lnTo>
                  <a:pt x="603122" y="22622"/>
                </a:lnTo>
                <a:cubicBezTo>
                  <a:pt x="639294" y="8191"/>
                  <a:pt x="679641" y="1916"/>
                  <a:pt x="723201" y="386"/>
                </a:cubicBezTo>
                <a:close/>
              </a:path>
            </a:pathLst>
          </a:custGeom>
        </p:spPr>
      </p:pic>
      <p:sp>
        <p:nvSpPr>
          <p:cNvPr id="3" name="Marcador de contenido 2">
            <a:extLst>
              <a:ext uri="{FF2B5EF4-FFF2-40B4-BE49-F238E27FC236}">
                <a16:creationId xmlns:a16="http://schemas.microsoft.com/office/drawing/2014/main" id="{F7B69A18-32B7-4E05-AABA-269519C5286E}"/>
              </a:ext>
            </a:extLst>
          </p:cNvPr>
          <p:cNvSpPr>
            <a:spLocks noGrp="1"/>
          </p:cNvSpPr>
          <p:nvPr>
            <p:ph idx="1"/>
          </p:nvPr>
        </p:nvSpPr>
        <p:spPr>
          <a:xfrm>
            <a:off x="4905955" y="2071316"/>
            <a:ext cx="6713552" cy="4114800"/>
          </a:xfrm>
        </p:spPr>
        <p:txBody>
          <a:bodyPr anchor="t">
            <a:normAutofit/>
          </a:bodyPr>
          <a:lstStyle/>
          <a:p>
            <a:r>
              <a:rPr lang="es-CO" sz="1500" dirty="0"/>
              <a:t>Las impresoras de pequeño formato son la norma hoy</a:t>
            </a:r>
          </a:p>
          <a:p>
            <a:pPr lvl="1"/>
            <a:r>
              <a:rPr lang="es-CO" sz="1500" dirty="0"/>
              <a:t>A parte de un diseño muy simple, diseños de media y alta complejidad requieren el uso de múltiples hojas</a:t>
            </a:r>
          </a:p>
          <a:p>
            <a:pPr lvl="1"/>
            <a:r>
              <a:rPr lang="es-CO" sz="1500" dirty="0"/>
              <a:t>Existen dos estrategias de organización</a:t>
            </a:r>
          </a:p>
          <a:p>
            <a:pPr lvl="2"/>
            <a:r>
              <a:rPr lang="es-CO" sz="1500" dirty="0"/>
              <a:t>Plano</a:t>
            </a:r>
          </a:p>
          <a:p>
            <a:pPr lvl="3"/>
            <a:r>
              <a:rPr lang="es-CO" sz="1500" dirty="0"/>
              <a:t>Un gran diseño segmentado en pequeños cuadros</a:t>
            </a:r>
          </a:p>
          <a:p>
            <a:pPr lvl="3"/>
            <a:r>
              <a:rPr lang="es-CO" sz="1500" dirty="0"/>
              <a:t>Fácil de crear pero difícil de seguir las señales y entender la funcionalidad del circuito</a:t>
            </a:r>
          </a:p>
          <a:p>
            <a:pPr lvl="2"/>
            <a:r>
              <a:rPr lang="es-CO" sz="1500" dirty="0"/>
              <a:t>Jerárquico</a:t>
            </a:r>
          </a:p>
          <a:p>
            <a:pPr lvl="3"/>
            <a:r>
              <a:rPr lang="es-CO" sz="1500" dirty="0"/>
              <a:t>Organizar el diseño de forma jerárquica</a:t>
            </a:r>
          </a:p>
          <a:p>
            <a:pPr lvl="3"/>
            <a:r>
              <a:rPr lang="es-CO" sz="1500" dirty="0"/>
              <a:t>Usar símbolos para representar las hojas de menor jerarquía</a:t>
            </a:r>
          </a:p>
          <a:p>
            <a:pPr lvl="3"/>
            <a:r>
              <a:rPr lang="es-CO" sz="1500" dirty="0"/>
              <a:t>Requiere mas trabajo y por consiguiente mas tiempo para completar los diferentes pasos</a:t>
            </a:r>
          </a:p>
          <a:p>
            <a:pPr lvl="3"/>
            <a:r>
              <a:rPr lang="es-CO" sz="1500" dirty="0"/>
              <a:t>Más fácil de entender funcionalidad y seguir las señales</a:t>
            </a:r>
          </a:p>
          <a:p>
            <a:pPr lvl="3"/>
            <a:r>
              <a:rPr lang="es-CO" sz="1500" dirty="0"/>
              <a:t>Facilita el reusó de circuitos y es fundamental en el diseño de sistemas multicanal</a:t>
            </a:r>
          </a:p>
        </p:txBody>
      </p:sp>
    </p:spTree>
    <p:extLst>
      <p:ext uri="{BB962C8B-B14F-4D97-AF65-F5344CB8AC3E}">
        <p14:creationId xmlns:p14="http://schemas.microsoft.com/office/powerpoint/2010/main" val="3715540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287F69AB-2350-44E3-9076-00265B93F3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1"/>
            <a:ext cx="972709" cy="1935307"/>
            <a:chOff x="10918968" y="713127"/>
            <a:chExt cx="1273032" cy="2532832"/>
          </a:xfrm>
        </p:grpSpPr>
        <p:sp>
          <p:nvSpPr>
            <p:cNvPr id="13" name="Rectangle 12">
              <a:extLst>
                <a:ext uri="{FF2B5EF4-FFF2-40B4-BE49-F238E27FC236}">
                  <a16:creationId xmlns:a16="http://schemas.microsoft.com/office/drawing/2014/main" id="{D70652AA-1C81-481C-856B-9037143754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A2FF99B6-37BA-4650-B01D-799F02E31E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ítulo 1">
            <a:extLst>
              <a:ext uri="{FF2B5EF4-FFF2-40B4-BE49-F238E27FC236}">
                <a16:creationId xmlns:a16="http://schemas.microsoft.com/office/drawing/2014/main" id="{804CFC42-9287-4AF8-9168-6310C8FC162E}"/>
              </a:ext>
            </a:extLst>
          </p:cNvPr>
          <p:cNvSpPr>
            <a:spLocks noGrp="1"/>
          </p:cNvSpPr>
          <p:nvPr>
            <p:ph type="title"/>
          </p:nvPr>
        </p:nvSpPr>
        <p:spPr>
          <a:xfrm>
            <a:off x="643467" y="321734"/>
            <a:ext cx="10905066" cy="1135737"/>
          </a:xfrm>
        </p:spPr>
        <p:txBody>
          <a:bodyPr>
            <a:normAutofit/>
          </a:bodyPr>
          <a:lstStyle/>
          <a:p>
            <a:r>
              <a:rPr lang="es-CO" sz="3600" dirty="0"/>
              <a:t>Diseño Plano</a:t>
            </a:r>
          </a:p>
        </p:txBody>
      </p:sp>
      <p:pic>
        <p:nvPicPr>
          <p:cNvPr id="5" name="Imagen 4">
            <a:extLst>
              <a:ext uri="{FF2B5EF4-FFF2-40B4-BE49-F238E27FC236}">
                <a16:creationId xmlns:a16="http://schemas.microsoft.com/office/drawing/2014/main" id="{17D56EE1-908D-4415-9E4D-A7A4BEF3EF27}"/>
              </a:ext>
            </a:extLst>
          </p:cNvPr>
          <p:cNvPicPr>
            <a:picLocks noChangeAspect="1"/>
          </p:cNvPicPr>
          <p:nvPr/>
        </p:nvPicPr>
        <p:blipFill>
          <a:blip r:embed="rId2"/>
          <a:stretch>
            <a:fillRect/>
          </a:stretch>
        </p:blipFill>
        <p:spPr>
          <a:xfrm>
            <a:off x="643467" y="1782981"/>
            <a:ext cx="6253214" cy="3981998"/>
          </a:xfrm>
          <a:prstGeom prst="rect">
            <a:avLst/>
          </a:prstGeom>
        </p:spPr>
      </p:pic>
      <p:sp>
        <p:nvSpPr>
          <p:cNvPr id="3" name="Marcador de contenido 2">
            <a:extLst>
              <a:ext uri="{FF2B5EF4-FFF2-40B4-BE49-F238E27FC236}">
                <a16:creationId xmlns:a16="http://schemas.microsoft.com/office/drawing/2014/main" id="{80FF09E1-35AB-4EF0-BFAE-E05093D4D4ED}"/>
              </a:ext>
            </a:extLst>
          </p:cNvPr>
          <p:cNvSpPr>
            <a:spLocks noGrp="1"/>
          </p:cNvSpPr>
          <p:nvPr>
            <p:ph idx="1"/>
          </p:nvPr>
        </p:nvSpPr>
        <p:spPr>
          <a:xfrm>
            <a:off x="7544052" y="321733"/>
            <a:ext cx="4004479" cy="5993120"/>
          </a:xfrm>
        </p:spPr>
        <p:txBody>
          <a:bodyPr anchor="ctr">
            <a:normAutofit/>
          </a:bodyPr>
          <a:lstStyle/>
          <a:p>
            <a:r>
              <a:rPr lang="es-CO" sz="1600" dirty="0"/>
              <a:t>Piense esta estrategia como un gran esquemático particionado en hojas más pequeñas</a:t>
            </a:r>
          </a:p>
          <a:p>
            <a:r>
              <a:rPr lang="es-CO" sz="1600" dirty="0"/>
              <a:t>La conectividad se realiza directamente entre hojas y en caso de tener símbolos de hoja, todos aparecen al mismo nivel</a:t>
            </a:r>
          </a:p>
          <a:p>
            <a:r>
              <a:rPr lang="es-CO" sz="1600" dirty="0"/>
              <a:t>Un diseño plano puede tener una hoja TOP con símbolos de hoja para cada esquemático, pero es opcional</a:t>
            </a:r>
          </a:p>
          <a:p>
            <a:pPr lvl="1"/>
            <a:r>
              <a:rPr lang="es-CO" sz="1600" dirty="0"/>
              <a:t>Para pequeños diseños la hoja TOP es innecesaria y puede omitirse</a:t>
            </a:r>
          </a:p>
          <a:p>
            <a:pPr lvl="1"/>
            <a:r>
              <a:rPr lang="es-CO" sz="1600" dirty="0"/>
              <a:t>Para diseños complejos la hoja TOP puede mejorar la comprensibilidad</a:t>
            </a:r>
          </a:p>
          <a:p>
            <a:r>
              <a:rPr lang="es-CO" sz="1600" dirty="0"/>
              <a:t>La conectividad entre hojas puede establecerse por medio de:</a:t>
            </a:r>
          </a:p>
          <a:p>
            <a:pPr lvl="1"/>
            <a:r>
              <a:rPr lang="es-CO" sz="1600" dirty="0" err="1"/>
              <a:t>Ports</a:t>
            </a:r>
            <a:endParaRPr lang="es-CO" sz="1600" dirty="0"/>
          </a:p>
          <a:p>
            <a:pPr lvl="1"/>
            <a:r>
              <a:rPr lang="es-CO" sz="1600" dirty="0" err="1"/>
              <a:t>Power</a:t>
            </a:r>
            <a:r>
              <a:rPr lang="es-CO" sz="1600" dirty="0"/>
              <a:t> </a:t>
            </a:r>
            <a:r>
              <a:rPr lang="es-CO" sz="1600" dirty="0" err="1"/>
              <a:t>ports</a:t>
            </a:r>
            <a:endParaRPr lang="es-CO" sz="1600" dirty="0"/>
          </a:p>
          <a:p>
            <a:pPr lvl="1"/>
            <a:r>
              <a:rPr lang="es-CO" sz="1600" dirty="0" err="1"/>
              <a:t>Offsheet</a:t>
            </a:r>
            <a:r>
              <a:rPr lang="es-CO" sz="1600" dirty="0"/>
              <a:t> </a:t>
            </a:r>
            <a:r>
              <a:rPr lang="es-CO" sz="1600" dirty="0" err="1"/>
              <a:t>connectors</a:t>
            </a:r>
            <a:endParaRPr lang="es-CO" sz="1600" dirty="0"/>
          </a:p>
          <a:p>
            <a:pPr lvl="1"/>
            <a:r>
              <a:rPr lang="es-CO" sz="1600" dirty="0"/>
              <a:t>Net </a:t>
            </a:r>
            <a:r>
              <a:rPr lang="es-CO" sz="1600" dirty="0" err="1"/>
              <a:t>labels</a:t>
            </a:r>
            <a:r>
              <a:rPr lang="es-CO" sz="1600" dirty="0"/>
              <a:t> configurando la propiedad “Net </a:t>
            </a:r>
            <a:r>
              <a:rPr lang="es-CO" sz="1600" dirty="0" err="1"/>
              <a:t>Identifier</a:t>
            </a:r>
            <a:r>
              <a:rPr lang="es-CO" sz="1600" dirty="0"/>
              <a:t> </a:t>
            </a:r>
            <a:r>
              <a:rPr lang="es-CO" sz="1600" dirty="0" err="1"/>
              <a:t>Scope</a:t>
            </a:r>
            <a:r>
              <a:rPr lang="es-CO" sz="1600" dirty="0"/>
              <a:t>”</a:t>
            </a:r>
          </a:p>
        </p:txBody>
      </p:sp>
      <p:grpSp>
        <p:nvGrpSpPr>
          <p:cNvPr id="16" name="Group 15">
            <a:extLst>
              <a:ext uri="{FF2B5EF4-FFF2-40B4-BE49-F238E27FC236}">
                <a16:creationId xmlns:a16="http://schemas.microsoft.com/office/drawing/2014/main" id="{3EA7D759-6BEF-4CBD-A325-BCFA77832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77940" y="4601497"/>
            <a:ext cx="1014060" cy="2017580"/>
            <a:chOff x="11177940" y="4601497"/>
            <a:chExt cx="1014060" cy="2017580"/>
          </a:xfrm>
        </p:grpSpPr>
        <p:sp>
          <p:nvSpPr>
            <p:cNvPr id="17" name="Isosceles Triangle 16">
              <a:extLst>
                <a:ext uri="{FF2B5EF4-FFF2-40B4-BE49-F238E27FC236}">
                  <a16:creationId xmlns:a16="http://schemas.microsoft.com/office/drawing/2014/main" id="{317405EC-53E3-473A-8B42-B9475D057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1067618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03F2370-11B5-4E16-8AE5-B4854408B4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27850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47315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D1802DEB-4528-4AC4-A7CD-E5536C4EAD89}"/>
              </a:ext>
            </a:extLst>
          </p:cNvPr>
          <p:cNvSpPr>
            <a:spLocks noGrp="1"/>
          </p:cNvSpPr>
          <p:nvPr>
            <p:ph type="title"/>
          </p:nvPr>
        </p:nvSpPr>
        <p:spPr>
          <a:xfrm>
            <a:off x="643467" y="321734"/>
            <a:ext cx="4970877" cy="1135737"/>
          </a:xfrm>
        </p:spPr>
        <p:txBody>
          <a:bodyPr>
            <a:normAutofit/>
          </a:bodyPr>
          <a:lstStyle/>
          <a:p>
            <a:r>
              <a:rPr lang="es-CO" sz="3600"/>
              <a:t>Diseño Jerárquico</a:t>
            </a:r>
          </a:p>
        </p:txBody>
      </p:sp>
      <p:sp>
        <p:nvSpPr>
          <p:cNvPr id="3" name="Marcador de contenido 2">
            <a:extLst>
              <a:ext uri="{FF2B5EF4-FFF2-40B4-BE49-F238E27FC236}">
                <a16:creationId xmlns:a16="http://schemas.microsoft.com/office/drawing/2014/main" id="{9F798934-AAD0-487D-941C-1DE712BFD9EE}"/>
              </a:ext>
            </a:extLst>
          </p:cNvPr>
          <p:cNvSpPr>
            <a:spLocks noGrp="1"/>
          </p:cNvSpPr>
          <p:nvPr>
            <p:ph idx="1"/>
          </p:nvPr>
        </p:nvSpPr>
        <p:spPr>
          <a:xfrm>
            <a:off x="643468" y="1782981"/>
            <a:ext cx="4970877" cy="4393982"/>
          </a:xfrm>
        </p:spPr>
        <p:txBody>
          <a:bodyPr>
            <a:normAutofit/>
          </a:bodyPr>
          <a:lstStyle/>
          <a:p>
            <a:r>
              <a:rPr lang="es-CO" sz="2000" dirty="0"/>
              <a:t>En este tipo de diseño las hojas están unidas en una estructura de árbol</a:t>
            </a:r>
          </a:p>
          <a:p>
            <a:r>
              <a:rPr lang="es-CO" sz="2000" dirty="0"/>
              <a:t>La conectividad entre hojas se implementa entre un símbolo de hoja y la hoja hija</a:t>
            </a:r>
          </a:p>
          <a:p>
            <a:pPr lvl="1"/>
            <a:r>
              <a:rPr lang="es-CO" sz="2000" dirty="0"/>
              <a:t>Una entrada en un símbolo de hoja esta asociada a un puerto con el mismo nombre en la hoja hija (Conectividad vertical)</a:t>
            </a:r>
          </a:p>
          <a:p>
            <a:r>
              <a:rPr lang="es-CO" sz="2000" dirty="0"/>
              <a:t>La creación de símbolos implica un trabajo extra pero Altium tiene herramientas para automatizar el proceso y mantener los símbolos sincronizados</a:t>
            </a:r>
          </a:p>
          <a:p>
            <a:pPr lvl="1"/>
            <a:r>
              <a:rPr lang="es-CO" sz="2000" dirty="0" err="1"/>
              <a:t>Design</a:t>
            </a:r>
            <a:r>
              <a:rPr lang="es-CO" sz="2000" dirty="0"/>
              <a:t> </a:t>
            </a:r>
            <a:r>
              <a:rPr lang="es-CO" sz="2000" dirty="0" err="1"/>
              <a:t>Refactoring</a:t>
            </a:r>
            <a:r>
              <a:rPr lang="es-CO" sz="2000" dirty="0"/>
              <a:t> ayuda a particionar un diseño</a:t>
            </a:r>
          </a:p>
        </p:txBody>
      </p:sp>
      <p:sp>
        <p:nvSpPr>
          <p:cNvPr id="12" name="Isosceles Triangle 11">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2534449E-8459-47D0-A68E-A22888947D01}"/>
              </a:ext>
            </a:extLst>
          </p:cNvPr>
          <p:cNvPicPr>
            <a:picLocks noChangeAspect="1"/>
          </p:cNvPicPr>
          <p:nvPr/>
        </p:nvPicPr>
        <p:blipFill>
          <a:blip r:embed="rId2"/>
          <a:stretch>
            <a:fillRect/>
          </a:stretch>
        </p:blipFill>
        <p:spPr>
          <a:xfrm>
            <a:off x="6257813" y="1841784"/>
            <a:ext cx="5290720" cy="3174431"/>
          </a:xfrm>
          <a:prstGeom prst="rect">
            <a:avLst/>
          </a:prstGeom>
        </p:spPr>
      </p:pic>
      <p:grpSp>
        <p:nvGrpSpPr>
          <p:cNvPr id="16" name="Group 15">
            <a:extLst>
              <a:ext uri="{FF2B5EF4-FFF2-40B4-BE49-F238E27FC236}">
                <a16:creationId xmlns:a16="http://schemas.microsoft.com/office/drawing/2014/main" id="{15CBE6EC-46EF-45D9-8E16-DCDC5917CA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4720" y="0"/>
            <a:ext cx="1097280" cy="1097280"/>
            <a:chOff x="11094720" y="0"/>
            <a:chExt cx="1097280" cy="1097280"/>
          </a:xfrm>
        </p:grpSpPr>
        <p:sp>
          <p:nvSpPr>
            <p:cNvPr id="17" name="Isosceles Triangle 16">
              <a:extLst>
                <a:ext uri="{FF2B5EF4-FFF2-40B4-BE49-F238E27FC236}">
                  <a16:creationId xmlns:a16="http://schemas.microsoft.com/office/drawing/2014/main" id="{DEEDCD65-9740-4F34-BDF1-9C068E0532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1094720" y="0"/>
              <a:ext cx="1097280" cy="1097280"/>
            </a:xfrm>
            <a:prstGeom prst="triangle">
              <a:avLst>
                <a:gd name="adj" fmla="val 10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4B3DA7FD-5CC0-46D1-9DFB-5BAF6BE249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189552" y="127618"/>
              <a:ext cx="457894" cy="45789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33995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825AC39-5F85-4CAA-8A81-A1287086B2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95DA4D23-37FC-4B90-8188-F0377C5F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4417162" cy="6858000"/>
          </a:xfrm>
          <a:custGeom>
            <a:avLst/>
            <a:gdLst>
              <a:gd name="connsiteX0" fmla="*/ 0 w 4417162"/>
              <a:gd name="connsiteY0" fmla="*/ 0 h 6858000"/>
              <a:gd name="connsiteX1" fmla="*/ 144378 w 4417162"/>
              <a:gd name="connsiteY1" fmla="*/ 0 h 6858000"/>
              <a:gd name="connsiteX2" fmla="*/ 2310062 w 4417162"/>
              <a:gd name="connsiteY2" fmla="*/ 0 h 6858000"/>
              <a:gd name="connsiteX3" fmla="*/ 4227367 w 4417162"/>
              <a:gd name="connsiteY3" fmla="*/ 0 h 6858000"/>
              <a:gd name="connsiteX4" fmla="*/ 4232407 w 4417162"/>
              <a:gd name="connsiteY4" fmla="*/ 66675 h 6858000"/>
              <a:gd name="connsiteX5" fmla="*/ 4240804 w 4417162"/>
              <a:gd name="connsiteY5" fmla="*/ 122237 h 6858000"/>
              <a:gd name="connsiteX6" fmla="*/ 4250882 w 4417162"/>
              <a:gd name="connsiteY6" fmla="*/ 174625 h 6858000"/>
              <a:gd name="connsiteX7" fmla="*/ 4267678 w 4417162"/>
              <a:gd name="connsiteY7" fmla="*/ 217487 h 6858000"/>
              <a:gd name="connsiteX8" fmla="*/ 4284474 w 4417162"/>
              <a:gd name="connsiteY8" fmla="*/ 260350 h 6858000"/>
              <a:gd name="connsiteX9" fmla="*/ 4304629 w 4417162"/>
              <a:gd name="connsiteY9" fmla="*/ 296862 h 6858000"/>
              <a:gd name="connsiteX10" fmla="*/ 4324784 w 4417162"/>
              <a:gd name="connsiteY10" fmla="*/ 334962 h 6858000"/>
              <a:gd name="connsiteX11" fmla="*/ 4343260 w 4417162"/>
              <a:gd name="connsiteY11" fmla="*/ 369887 h 6858000"/>
              <a:gd name="connsiteX12" fmla="*/ 4361735 w 4417162"/>
              <a:gd name="connsiteY12" fmla="*/ 409575 h 6858000"/>
              <a:gd name="connsiteX13" fmla="*/ 4378531 w 4417162"/>
              <a:gd name="connsiteY13" fmla="*/ 450850 h 6858000"/>
              <a:gd name="connsiteX14" fmla="*/ 4393648 w 4417162"/>
              <a:gd name="connsiteY14" fmla="*/ 496887 h 6858000"/>
              <a:gd name="connsiteX15" fmla="*/ 4405405 w 4417162"/>
              <a:gd name="connsiteY15" fmla="*/ 546100 h 6858000"/>
              <a:gd name="connsiteX16" fmla="*/ 4413803 w 4417162"/>
              <a:gd name="connsiteY16" fmla="*/ 606425 h 6858000"/>
              <a:gd name="connsiteX17" fmla="*/ 4417162 w 4417162"/>
              <a:gd name="connsiteY17" fmla="*/ 673100 h 6858000"/>
              <a:gd name="connsiteX18" fmla="*/ 4413803 w 4417162"/>
              <a:gd name="connsiteY18" fmla="*/ 744537 h 6858000"/>
              <a:gd name="connsiteX19" fmla="*/ 4405405 w 4417162"/>
              <a:gd name="connsiteY19" fmla="*/ 801687 h 6858000"/>
              <a:gd name="connsiteX20" fmla="*/ 4393648 w 4417162"/>
              <a:gd name="connsiteY20" fmla="*/ 854075 h 6858000"/>
              <a:gd name="connsiteX21" fmla="*/ 4378531 w 4417162"/>
              <a:gd name="connsiteY21" fmla="*/ 901700 h 6858000"/>
              <a:gd name="connsiteX22" fmla="*/ 4361735 w 4417162"/>
              <a:gd name="connsiteY22" fmla="*/ 942975 h 6858000"/>
              <a:gd name="connsiteX23" fmla="*/ 4341580 w 4417162"/>
              <a:gd name="connsiteY23" fmla="*/ 981075 h 6858000"/>
              <a:gd name="connsiteX24" fmla="*/ 4321425 w 4417162"/>
              <a:gd name="connsiteY24" fmla="*/ 1017587 h 6858000"/>
              <a:gd name="connsiteX25" fmla="*/ 4301270 w 4417162"/>
              <a:gd name="connsiteY25" fmla="*/ 1055687 h 6858000"/>
              <a:gd name="connsiteX26" fmla="*/ 4282794 w 4417162"/>
              <a:gd name="connsiteY26" fmla="*/ 1095375 h 6858000"/>
              <a:gd name="connsiteX27" fmla="*/ 4264318 w 4417162"/>
              <a:gd name="connsiteY27" fmla="*/ 1136650 h 6858000"/>
              <a:gd name="connsiteX28" fmla="*/ 4249203 w 4417162"/>
              <a:gd name="connsiteY28" fmla="*/ 1182687 h 6858000"/>
              <a:gd name="connsiteX29" fmla="*/ 4239125 w 4417162"/>
              <a:gd name="connsiteY29" fmla="*/ 1235075 h 6858000"/>
              <a:gd name="connsiteX30" fmla="*/ 4229047 w 4417162"/>
              <a:gd name="connsiteY30" fmla="*/ 1295400 h 6858000"/>
              <a:gd name="connsiteX31" fmla="*/ 4227367 w 4417162"/>
              <a:gd name="connsiteY31" fmla="*/ 1363662 h 6858000"/>
              <a:gd name="connsiteX32" fmla="*/ 4229047 w 4417162"/>
              <a:gd name="connsiteY32" fmla="*/ 1431925 h 6858000"/>
              <a:gd name="connsiteX33" fmla="*/ 4239125 w 4417162"/>
              <a:gd name="connsiteY33" fmla="*/ 1492250 h 6858000"/>
              <a:gd name="connsiteX34" fmla="*/ 4249203 w 4417162"/>
              <a:gd name="connsiteY34" fmla="*/ 1544637 h 6858000"/>
              <a:gd name="connsiteX35" fmla="*/ 4264318 w 4417162"/>
              <a:gd name="connsiteY35" fmla="*/ 1589087 h 6858000"/>
              <a:gd name="connsiteX36" fmla="*/ 4282794 w 4417162"/>
              <a:gd name="connsiteY36" fmla="*/ 1631950 h 6858000"/>
              <a:gd name="connsiteX37" fmla="*/ 4301270 w 4417162"/>
              <a:gd name="connsiteY37" fmla="*/ 1671637 h 6858000"/>
              <a:gd name="connsiteX38" fmla="*/ 4321425 w 4417162"/>
              <a:gd name="connsiteY38" fmla="*/ 1708150 h 6858000"/>
              <a:gd name="connsiteX39" fmla="*/ 4341580 w 4417162"/>
              <a:gd name="connsiteY39" fmla="*/ 1743075 h 6858000"/>
              <a:gd name="connsiteX40" fmla="*/ 4361735 w 4417162"/>
              <a:gd name="connsiteY40" fmla="*/ 1782762 h 6858000"/>
              <a:gd name="connsiteX41" fmla="*/ 4378531 w 4417162"/>
              <a:gd name="connsiteY41" fmla="*/ 1824037 h 6858000"/>
              <a:gd name="connsiteX42" fmla="*/ 4393648 w 4417162"/>
              <a:gd name="connsiteY42" fmla="*/ 1870075 h 6858000"/>
              <a:gd name="connsiteX43" fmla="*/ 4405405 w 4417162"/>
              <a:gd name="connsiteY43" fmla="*/ 1922462 h 6858000"/>
              <a:gd name="connsiteX44" fmla="*/ 4413803 w 4417162"/>
              <a:gd name="connsiteY44" fmla="*/ 1982787 h 6858000"/>
              <a:gd name="connsiteX45" fmla="*/ 4417162 w 4417162"/>
              <a:gd name="connsiteY45" fmla="*/ 2051050 h 6858000"/>
              <a:gd name="connsiteX46" fmla="*/ 4413803 w 4417162"/>
              <a:gd name="connsiteY46" fmla="*/ 2119312 h 6858000"/>
              <a:gd name="connsiteX47" fmla="*/ 4405405 w 4417162"/>
              <a:gd name="connsiteY47" fmla="*/ 2179637 h 6858000"/>
              <a:gd name="connsiteX48" fmla="*/ 4393648 w 4417162"/>
              <a:gd name="connsiteY48" fmla="*/ 2232025 h 6858000"/>
              <a:gd name="connsiteX49" fmla="*/ 4378531 w 4417162"/>
              <a:gd name="connsiteY49" fmla="*/ 2278062 h 6858000"/>
              <a:gd name="connsiteX50" fmla="*/ 4361735 w 4417162"/>
              <a:gd name="connsiteY50" fmla="*/ 2319337 h 6858000"/>
              <a:gd name="connsiteX51" fmla="*/ 4341580 w 4417162"/>
              <a:gd name="connsiteY51" fmla="*/ 2359025 h 6858000"/>
              <a:gd name="connsiteX52" fmla="*/ 4321425 w 4417162"/>
              <a:gd name="connsiteY52" fmla="*/ 2395537 h 6858000"/>
              <a:gd name="connsiteX53" fmla="*/ 4301270 w 4417162"/>
              <a:gd name="connsiteY53" fmla="*/ 2433637 h 6858000"/>
              <a:gd name="connsiteX54" fmla="*/ 4282794 w 4417162"/>
              <a:gd name="connsiteY54" fmla="*/ 2471737 h 6858000"/>
              <a:gd name="connsiteX55" fmla="*/ 4264318 w 4417162"/>
              <a:gd name="connsiteY55" fmla="*/ 2513012 h 6858000"/>
              <a:gd name="connsiteX56" fmla="*/ 4249203 w 4417162"/>
              <a:gd name="connsiteY56" fmla="*/ 2560637 h 6858000"/>
              <a:gd name="connsiteX57" fmla="*/ 4239125 w 4417162"/>
              <a:gd name="connsiteY57" fmla="*/ 2613025 h 6858000"/>
              <a:gd name="connsiteX58" fmla="*/ 4229047 w 4417162"/>
              <a:gd name="connsiteY58" fmla="*/ 2671762 h 6858000"/>
              <a:gd name="connsiteX59" fmla="*/ 4227367 w 4417162"/>
              <a:gd name="connsiteY59" fmla="*/ 2741612 h 6858000"/>
              <a:gd name="connsiteX60" fmla="*/ 4229047 w 4417162"/>
              <a:gd name="connsiteY60" fmla="*/ 2809875 h 6858000"/>
              <a:gd name="connsiteX61" fmla="*/ 4239125 w 4417162"/>
              <a:gd name="connsiteY61" fmla="*/ 2868612 h 6858000"/>
              <a:gd name="connsiteX62" fmla="*/ 4249203 w 4417162"/>
              <a:gd name="connsiteY62" fmla="*/ 2922587 h 6858000"/>
              <a:gd name="connsiteX63" fmla="*/ 4264318 w 4417162"/>
              <a:gd name="connsiteY63" fmla="*/ 2967037 h 6858000"/>
              <a:gd name="connsiteX64" fmla="*/ 4282794 w 4417162"/>
              <a:gd name="connsiteY64" fmla="*/ 3009900 h 6858000"/>
              <a:gd name="connsiteX65" fmla="*/ 4301270 w 4417162"/>
              <a:gd name="connsiteY65" fmla="*/ 3046412 h 6858000"/>
              <a:gd name="connsiteX66" fmla="*/ 4321425 w 4417162"/>
              <a:gd name="connsiteY66" fmla="*/ 3084512 h 6858000"/>
              <a:gd name="connsiteX67" fmla="*/ 4341580 w 4417162"/>
              <a:gd name="connsiteY67" fmla="*/ 3121025 h 6858000"/>
              <a:gd name="connsiteX68" fmla="*/ 4361735 w 4417162"/>
              <a:gd name="connsiteY68" fmla="*/ 3160712 h 6858000"/>
              <a:gd name="connsiteX69" fmla="*/ 4378531 w 4417162"/>
              <a:gd name="connsiteY69" fmla="*/ 3201987 h 6858000"/>
              <a:gd name="connsiteX70" fmla="*/ 4393648 w 4417162"/>
              <a:gd name="connsiteY70" fmla="*/ 3248025 h 6858000"/>
              <a:gd name="connsiteX71" fmla="*/ 4405405 w 4417162"/>
              <a:gd name="connsiteY71" fmla="*/ 3300412 h 6858000"/>
              <a:gd name="connsiteX72" fmla="*/ 4413803 w 4417162"/>
              <a:gd name="connsiteY72" fmla="*/ 3360737 h 6858000"/>
              <a:gd name="connsiteX73" fmla="*/ 4417162 w 4417162"/>
              <a:gd name="connsiteY73" fmla="*/ 3427412 h 6858000"/>
              <a:gd name="connsiteX74" fmla="*/ 4413803 w 4417162"/>
              <a:gd name="connsiteY74" fmla="*/ 3497262 h 6858000"/>
              <a:gd name="connsiteX75" fmla="*/ 4405405 w 4417162"/>
              <a:gd name="connsiteY75" fmla="*/ 3557587 h 6858000"/>
              <a:gd name="connsiteX76" fmla="*/ 4393648 w 4417162"/>
              <a:gd name="connsiteY76" fmla="*/ 3609975 h 6858000"/>
              <a:gd name="connsiteX77" fmla="*/ 4378531 w 4417162"/>
              <a:gd name="connsiteY77" fmla="*/ 3656012 h 6858000"/>
              <a:gd name="connsiteX78" fmla="*/ 4361735 w 4417162"/>
              <a:gd name="connsiteY78" fmla="*/ 3697287 h 6858000"/>
              <a:gd name="connsiteX79" fmla="*/ 4341580 w 4417162"/>
              <a:gd name="connsiteY79" fmla="*/ 3736975 h 6858000"/>
              <a:gd name="connsiteX80" fmla="*/ 4301270 w 4417162"/>
              <a:gd name="connsiteY80" fmla="*/ 3811587 h 6858000"/>
              <a:gd name="connsiteX81" fmla="*/ 4282794 w 4417162"/>
              <a:gd name="connsiteY81" fmla="*/ 3848100 h 6858000"/>
              <a:gd name="connsiteX82" fmla="*/ 4264318 w 4417162"/>
              <a:gd name="connsiteY82" fmla="*/ 3890962 h 6858000"/>
              <a:gd name="connsiteX83" fmla="*/ 4249203 w 4417162"/>
              <a:gd name="connsiteY83" fmla="*/ 3935412 h 6858000"/>
              <a:gd name="connsiteX84" fmla="*/ 4239125 w 4417162"/>
              <a:gd name="connsiteY84" fmla="*/ 3987800 h 6858000"/>
              <a:gd name="connsiteX85" fmla="*/ 4229047 w 4417162"/>
              <a:gd name="connsiteY85" fmla="*/ 4048125 h 6858000"/>
              <a:gd name="connsiteX86" fmla="*/ 4227367 w 4417162"/>
              <a:gd name="connsiteY86" fmla="*/ 4116387 h 6858000"/>
              <a:gd name="connsiteX87" fmla="*/ 4229047 w 4417162"/>
              <a:gd name="connsiteY87" fmla="*/ 4186237 h 6858000"/>
              <a:gd name="connsiteX88" fmla="*/ 4239125 w 4417162"/>
              <a:gd name="connsiteY88" fmla="*/ 4244975 h 6858000"/>
              <a:gd name="connsiteX89" fmla="*/ 4249203 w 4417162"/>
              <a:gd name="connsiteY89" fmla="*/ 4297362 h 6858000"/>
              <a:gd name="connsiteX90" fmla="*/ 4264318 w 4417162"/>
              <a:gd name="connsiteY90" fmla="*/ 4343400 h 6858000"/>
              <a:gd name="connsiteX91" fmla="*/ 4282794 w 4417162"/>
              <a:gd name="connsiteY91" fmla="*/ 4386262 h 6858000"/>
              <a:gd name="connsiteX92" fmla="*/ 4301270 w 4417162"/>
              <a:gd name="connsiteY92" fmla="*/ 4424362 h 6858000"/>
              <a:gd name="connsiteX93" fmla="*/ 4341580 w 4417162"/>
              <a:gd name="connsiteY93" fmla="*/ 4498975 h 6858000"/>
              <a:gd name="connsiteX94" fmla="*/ 4361735 w 4417162"/>
              <a:gd name="connsiteY94" fmla="*/ 4537075 h 6858000"/>
              <a:gd name="connsiteX95" fmla="*/ 4378531 w 4417162"/>
              <a:gd name="connsiteY95" fmla="*/ 4579937 h 6858000"/>
              <a:gd name="connsiteX96" fmla="*/ 4393648 w 4417162"/>
              <a:gd name="connsiteY96" fmla="*/ 4625975 h 6858000"/>
              <a:gd name="connsiteX97" fmla="*/ 4405405 w 4417162"/>
              <a:gd name="connsiteY97" fmla="*/ 4678362 h 6858000"/>
              <a:gd name="connsiteX98" fmla="*/ 4413803 w 4417162"/>
              <a:gd name="connsiteY98" fmla="*/ 4738687 h 6858000"/>
              <a:gd name="connsiteX99" fmla="*/ 4417162 w 4417162"/>
              <a:gd name="connsiteY99" fmla="*/ 4806950 h 6858000"/>
              <a:gd name="connsiteX100" fmla="*/ 4413803 w 4417162"/>
              <a:gd name="connsiteY100" fmla="*/ 4875212 h 6858000"/>
              <a:gd name="connsiteX101" fmla="*/ 4405405 w 4417162"/>
              <a:gd name="connsiteY101" fmla="*/ 4935537 h 6858000"/>
              <a:gd name="connsiteX102" fmla="*/ 4393648 w 4417162"/>
              <a:gd name="connsiteY102" fmla="*/ 4987925 h 6858000"/>
              <a:gd name="connsiteX103" fmla="*/ 4378531 w 4417162"/>
              <a:gd name="connsiteY103" fmla="*/ 5033962 h 6858000"/>
              <a:gd name="connsiteX104" fmla="*/ 4361735 w 4417162"/>
              <a:gd name="connsiteY104" fmla="*/ 5075237 h 6858000"/>
              <a:gd name="connsiteX105" fmla="*/ 4341580 w 4417162"/>
              <a:gd name="connsiteY105" fmla="*/ 5114925 h 6858000"/>
              <a:gd name="connsiteX106" fmla="*/ 4321425 w 4417162"/>
              <a:gd name="connsiteY106" fmla="*/ 5149850 h 6858000"/>
              <a:gd name="connsiteX107" fmla="*/ 4301270 w 4417162"/>
              <a:gd name="connsiteY107" fmla="*/ 5186362 h 6858000"/>
              <a:gd name="connsiteX108" fmla="*/ 4282794 w 4417162"/>
              <a:gd name="connsiteY108" fmla="*/ 5226050 h 6858000"/>
              <a:gd name="connsiteX109" fmla="*/ 4264318 w 4417162"/>
              <a:gd name="connsiteY109" fmla="*/ 5268912 h 6858000"/>
              <a:gd name="connsiteX110" fmla="*/ 4249203 w 4417162"/>
              <a:gd name="connsiteY110" fmla="*/ 5313362 h 6858000"/>
              <a:gd name="connsiteX111" fmla="*/ 4239125 w 4417162"/>
              <a:gd name="connsiteY111" fmla="*/ 5365750 h 6858000"/>
              <a:gd name="connsiteX112" fmla="*/ 4229047 w 4417162"/>
              <a:gd name="connsiteY112" fmla="*/ 5426075 h 6858000"/>
              <a:gd name="connsiteX113" fmla="*/ 4227367 w 4417162"/>
              <a:gd name="connsiteY113" fmla="*/ 5494337 h 6858000"/>
              <a:gd name="connsiteX114" fmla="*/ 4229047 w 4417162"/>
              <a:gd name="connsiteY114" fmla="*/ 5562600 h 6858000"/>
              <a:gd name="connsiteX115" fmla="*/ 4239125 w 4417162"/>
              <a:gd name="connsiteY115" fmla="*/ 5622925 h 6858000"/>
              <a:gd name="connsiteX116" fmla="*/ 4249203 w 4417162"/>
              <a:gd name="connsiteY116" fmla="*/ 5675312 h 6858000"/>
              <a:gd name="connsiteX117" fmla="*/ 4264318 w 4417162"/>
              <a:gd name="connsiteY117" fmla="*/ 5721350 h 6858000"/>
              <a:gd name="connsiteX118" fmla="*/ 4282794 w 4417162"/>
              <a:gd name="connsiteY118" fmla="*/ 5762625 h 6858000"/>
              <a:gd name="connsiteX119" fmla="*/ 4301270 w 4417162"/>
              <a:gd name="connsiteY119" fmla="*/ 5802312 h 6858000"/>
              <a:gd name="connsiteX120" fmla="*/ 4321425 w 4417162"/>
              <a:gd name="connsiteY120" fmla="*/ 5840412 h 6858000"/>
              <a:gd name="connsiteX121" fmla="*/ 4341580 w 4417162"/>
              <a:gd name="connsiteY121" fmla="*/ 5876925 h 6858000"/>
              <a:gd name="connsiteX122" fmla="*/ 4361735 w 4417162"/>
              <a:gd name="connsiteY122" fmla="*/ 5915025 h 6858000"/>
              <a:gd name="connsiteX123" fmla="*/ 4378531 w 4417162"/>
              <a:gd name="connsiteY123" fmla="*/ 5956300 h 6858000"/>
              <a:gd name="connsiteX124" fmla="*/ 4393648 w 4417162"/>
              <a:gd name="connsiteY124" fmla="*/ 6003925 h 6858000"/>
              <a:gd name="connsiteX125" fmla="*/ 4405405 w 4417162"/>
              <a:gd name="connsiteY125" fmla="*/ 6056312 h 6858000"/>
              <a:gd name="connsiteX126" fmla="*/ 4413803 w 4417162"/>
              <a:gd name="connsiteY126" fmla="*/ 6113462 h 6858000"/>
              <a:gd name="connsiteX127" fmla="*/ 4417162 w 4417162"/>
              <a:gd name="connsiteY127" fmla="*/ 6183312 h 6858000"/>
              <a:gd name="connsiteX128" fmla="*/ 4413803 w 4417162"/>
              <a:gd name="connsiteY128" fmla="*/ 6251575 h 6858000"/>
              <a:gd name="connsiteX129" fmla="*/ 4405405 w 4417162"/>
              <a:gd name="connsiteY129" fmla="*/ 6311900 h 6858000"/>
              <a:gd name="connsiteX130" fmla="*/ 4393648 w 4417162"/>
              <a:gd name="connsiteY130" fmla="*/ 6361112 h 6858000"/>
              <a:gd name="connsiteX131" fmla="*/ 4378531 w 4417162"/>
              <a:gd name="connsiteY131" fmla="*/ 6407150 h 6858000"/>
              <a:gd name="connsiteX132" fmla="*/ 4361735 w 4417162"/>
              <a:gd name="connsiteY132" fmla="*/ 6448425 h 6858000"/>
              <a:gd name="connsiteX133" fmla="*/ 4343260 w 4417162"/>
              <a:gd name="connsiteY133" fmla="*/ 6488112 h 6858000"/>
              <a:gd name="connsiteX134" fmla="*/ 4324784 w 4417162"/>
              <a:gd name="connsiteY134" fmla="*/ 6523037 h 6858000"/>
              <a:gd name="connsiteX135" fmla="*/ 4304629 w 4417162"/>
              <a:gd name="connsiteY135" fmla="*/ 6561137 h 6858000"/>
              <a:gd name="connsiteX136" fmla="*/ 4284474 w 4417162"/>
              <a:gd name="connsiteY136" fmla="*/ 6597650 h 6858000"/>
              <a:gd name="connsiteX137" fmla="*/ 4267678 w 4417162"/>
              <a:gd name="connsiteY137" fmla="*/ 6640512 h 6858000"/>
              <a:gd name="connsiteX138" fmla="*/ 4250882 w 4417162"/>
              <a:gd name="connsiteY138" fmla="*/ 6683375 h 6858000"/>
              <a:gd name="connsiteX139" fmla="*/ 4240804 w 4417162"/>
              <a:gd name="connsiteY139" fmla="*/ 6735762 h 6858000"/>
              <a:gd name="connsiteX140" fmla="*/ 4232407 w 4417162"/>
              <a:gd name="connsiteY140" fmla="*/ 6791325 h 6858000"/>
              <a:gd name="connsiteX141" fmla="*/ 4227367 w 4417162"/>
              <a:gd name="connsiteY141" fmla="*/ 6858000 h 6858000"/>
              <a:gd name="connsiteX142" fmla="*/ 2310062 w 4417162"/>
              <a:gd name="connsiteY142" fmla="*/ 6858000 h 6858000"/>
              <a:gd name="connsiteX143" fmla="*/ 144378 w 4417162"/>
              <a:gd name="connsiteY143" fmla="*/ 6858000 h 6858000"/>
              <a:gd name="connsiteX144" fmla="*/ 0 w 4417162"/>
              <a:gd name="connsiteY14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4417162" h="6858000">
                <a:moveTo>
                  <a:pt x="0" y="0"/>
                </a:moveTo>
                <a:lnTo>
                  <a:pt x="144378" y="0"/>
                </a:lnTo>
                <a:lnTo>
                  <a:pt x="2310062" y="0"/>
                </a:lnTo>
                <a:lnTo>
                  <a:pt x="4227367" y="0"/>
                </a:lnTo>
                <a:lnTo>
                  <a:pt x="4232407" y="66675"/>
                </a:lnTo>
                <a:lnTo>
                  <a:pt x="4240804" y="122237"/>
                </a:lnTo>
                <a:lnTo>
                  <a:pt x="4250882" y="174625"/>
                </a:lnTo>
                <a:lnTo>
                  <a:pt x="4267678" y="217487"/>
                </a:lnTo>
                <a:lnTo>
                  <a:pt x="4284474" y="260350"/>
                </a:lnTo>
                <a:lnTo>
                  <a:pt x="4304629" y="296862"/>
                </a:lnTo>
                <a:lnTo>
                  <a:pt x="4324784" y="334962"/>
                </a:lnTo>
                <a:lnTo>
                  <a:pt x="4343260" y="369887"/>
                </a:lnTo>
                <a:lnTo>
                  <a:pt x="4361735" y="409575"/>
                </a:lnTo>
                <a:lnTo>
                  <a:pt x="4378531" y="450850"/>
                </a:lnTo>
                <a:lnTo>
                  <a:pt x="4393648" y="496887"/>
                </a:lnTo>
                <a:lnTo>
                  <a:pt x="4405405" y="546100"/>
                </a:lnTo>
                <a:lnTo>
                  <a:pt x="4413803" y="606425"/>
                </a:lnTo>
                <a:lnTo>
                  <a:pt x="4417162" y="673100"/>
                </a:lnTo>
                <a:lnTo>
                  <a:pt x="4413803" y="744537"/>
                </a:lnTo>
                <a:lnTo>
                  <a:pt x="4405405" y="801687"/>
                </a:lnTo>
                <a:lnTo>
                  <a:pt x="4393648" y="854075"/>
                </a:lnTo>
                <a:lnTo>
                  <a:pt x="4378531" y="901700"/>
                </a:lnTo>
                <a:lnTo>
                  <a:pt x="4361735" y="942975"/>
                </a:lnTo>
                <a:lnTo>
                  <a:pt x="4341580" y="981075"/>
                </a:lnTo>
                <a:lnTo>
                  <a:pt x="4321425" y="1017587"/>
                </a:lnTo>
                <a:lnTo>
                  <a:pt x="4301270" y="1055687"/>
                </a:lnTo>
                <a:lnTo>
                  <a:pt x="4282794" y="1095375"/>
                </a:lnTo>
                <a:lnTo>
                  <a:pt x="4264318" y="1136650"/>
                </a:lnTo>
                <a:lnTo>
                  <a:pt x="4249203" y="1182687"/>
                </a:lnTo>
                <a:lnTo>
                  <a:pt x="4239125" y="1235075"/>
                </a:lnTo>
                <a:lnTo>
                  <a:pt x="4229047" y="1295400"/>
                </a:lnTo>
                <a:lnTo>
                  <a:pt x="4227367" y="1363662"/>
                </a:lnTo>
                <a:lnTo>
                  <a:pt x="4229047" y="1431925"/>
                </a:lnTo>
                <a:lnTo>
                  <a:pt x="4239125" y="1492250"/>
                </a:lnTo>
                <a:lnTo>
                  <a:pt x="4249203" y="1544637"/>
                </a:lnTo>
                <a:lnTo>
                  <a:pt x="4264318" y="1589087"/>
                </a:lnTo>
                <a:lnTo>
                  <a:pt x="4282794" y="1631950"/>
                </a:lnTo>
                <a:lnTo>
                  <a:pt x="4301270" y="1671637"/>
                </a:lnTo>
                <a:lnTo>
                  <a:pt x="4321425" y="1708150"/>
                </a:lnTo>
                <a:lnTo>
                  <a:pt x="4341580" y="1743075"/>
                </a:lnTo>
                <a:lnTo>
                  <a:pt x="4361735" y="1782762"/>
                </a:lnTo>
                <a:lnTo>
                  <a:pt x="4378531" y="1824037"/>
                </a:lnTo>
                <a:lnTo>
                  <a:pt x="4393648" y="1870075"/>
                </a:lnTo>
                <a:lnTo>
                  <a:pt x="4405405" y="1922462"/>
                </a:lnTo>
                <a:lnTo>
                  <a:pt x="4413803" y="1982787"/>
                </a:lnTo>
                <a:lnTo>
                  <a:pt x="4417162" y="2051050"/>
                </a:lnTo>
                <a:lnTo>
                  <a:pt x="4413803" y="2119312"/>
                </a:lnTo>
                <a:lnTo>
                  <a:pt x="4405405" y="2179637"/>
                </a:lnTo>
                <a:lnTo>
                  <a:pt x="4393648" y="2232025"/>
                </a:lnTo>
                <a:lnTo>
                  <a:pt x="4378531" y="2278062"/>
                </a:lnTo>
                <a:lnTo>
                  <a:pt x="4361735" y="2319337"/>
                </a:lnTo>
                <a:lnTo>
                  <a:pt x="4341580" y="2359025"/>
                </a:lnTo>
                <a:lnTo>
                  <a:pt x="4321425" y="2395537"/>
                </a:lnTo>
                <a:lnTo>
                  <a:pt x="4301270" y="2433637"/>
                </a:lnTo>
                <a:lnTo>
                  <a:pt x="4282794" y="2471737"/>
                </a:lnTo>
                <a:lnTo>
                  <a:pt x="4264318" y="2513012"/>
                </a:lnTo>
                <a:lnTo>
                  <a:pt x="4249203" y="2560637"/>
                </a:lnTo>
                <a:lnTo>
                  <a:pt x="4239125" y="2613025"/>
                </a:lnTo>
                <a:lnTo>
                  <a:pt x="4229047" y="2671762"/>
                </a:lnTo>
                <a:lnTo>
                  <a:pt x="4227367" y="2741612"/>
                </a:lnTo>
                <a:lnTo>
                  <a:pt x="4229047" y="2809875"/>
                </a:lnTo>
                <a:lnTo>
                  <a:pt x="4239125" y="2868612"/>
                </a:lnTo>
                <a:lnTo>
                  <a:pt x="4249203" y="2922587"/>
                </a:lnTo>
                <a:lnTo>
                  <a:pt x="4264318" y="2967037"/>
                </a:lnTo>
                <a:lnTo>
                  <a:pt x="4282794" y="3009900"/>
                </a:lnTo>
                <a:lnTo>
                  <a:pt x="4301270" y="3046412"/>
                </a:lnTo>
                <a:lnTo>
                  <a:pt x="4321425" y="3084512"/>
                </a:lnTo>
                <a:lnTo>
                  <a:pt x="4341580" y="3121025"/>
                </a:lnTo>
                <a:lnTo>
                  <a:pt x="4361735" y="3160712"/>
                </a:lnTo>
                <a:lnTo>
                  <a:pt x="4378531" y="3201987"/>
                </a:lnTo>
                <a:lnTo>
                  <a:pt x="4393648" y="3248025"/>
                </a:lnTo>
                <a:lnTo>
                  <a:pt x="4405405" y="3300412"/>
                </a:lnTo>
                <a:lnTo>
                  <a:pt x="4413803" y="3360737"/>
                </a:lnTo>
                <a:lnTo>
                  <a:pt x="4417162" y="3427412"/>
                </a:lnTo>
                <a:lnTo>
                  <a:pt x="4413803" y="3497262"/>
                </a:lnTo>
                <a:lnTo>
                  <a:pt x="4405405" y="3557587"/>
                </a:lnTo>
                <a:lnTo>
                  <a:pt x="4393648" y="3609975"/>
                </a:lnTo>
                <a:lnTo>
                  <a:pt x="4378531" y="3656012"/>
                </a:lnTo>
                <a:lnTo>
                  <a:pt x="4361735" y="3697287"/>
                </a:lnTo>
                <a:lnTo>
                  <a:pt x="4341580" y="3736975"/>
                </a:lnTo>
                <a:lnTo>
                  <a:pt x="4301270" y="3811587"/>
                </a:lnTo>
                <a:lnTo>
                  <a:pt x="4282794" y="3848100"/>
                </a:lnTo>
                <a:lnTo>
                  <a:pt x="4264318" y="3890962"/>
                </a:lnTo>
                <a:lnTo>
                  <a:pt x="4249203" y="3935412"/>
                </a:lnTo>
                <a:lnTo>
                  <a:pt x="4239125" y="3987800"/>
                </a:lnTo>
                <a:lnTo>
                  <a:pt x="4229047" y="4048125"/>
                </a:lnTo>
                <a:lnTo>
                  <a:pt x="4227367" y="4116387"/>
                </a:lnTo>
                <a:lnTo>
                  <a:pt x="4229047" y="4186237"/>
                </a:lnTo>
                <a:lnTo>
                  <a:pt x="4239125" y="4244975"/>
                </a:lnTo>
                <a:lnTo>
                  <a:pt x="4249203" y="4297362"/>
                </a:lnTo>
                <a:lnTo>
                  <a:pt x="4264318" y="4343400"/>
                </a:lnTo>
                <a:lnTo>
                  <a:pt x="4282794" y="4386262"/>
                </a:lnTo>
                <a:lnTo>
                  <a:pt x="4301270" y="4424362"/>
                </a:lnTo>
                <a:lnTo>
                  <a:pt x="4341580" y="4498975"/>
                </a:lnTo>
                <a:lnTo>
                  <a:pt x="4361735" y="4537075"/>
                </a:lnTo>
                <a:lnTo>
                  <a:pt x="4378531" y="4579937"/>
                </a:lnTo>
                <a:lnTo>
                  <a:pt x="4393648" y="4625975"/>
                </a:lnTo>
                <a:lnTo>
                  <a:pt x="4405405" y="4678362"/>
                </a:lnTo>
                <a:lnTo>
                  <a:pt x="4413803" y="4738687"/>
                </a:lnTo>
                <a:lnTo>
                  <a:pt x="4417162" y="4806950"/>
                </a:lnTo>
                <a:lnTo>
                  <a:pt x="4413803" y="4875212"/>
                </a:lnTo>
                <a:lnTo>
                  <a:pt x="4405405" y="4935537"/>
                </a:lnTo>
                <a:lnTo>
                  <a:pt x="4393648" y="4987925"/>
                </a:lnTo>
                <a:lnTo>
                  <a:pt x="4378531" y="5033962"/>
                </a:lnTo>
                <a:lnTo>
                  <a:pt x="4361735" y="5075237"/>
                </a:lnTo>
                <a:lnTo>
                  <a:pt x="4341580" y="5114925"/>
                </a:lnTo>
                <a:lnTo>
                  <a:pt x="4321425" y="5149850"/>
                </a:lnTo>
                <a:lnTo>
                  <a:pt x="4301270" y="5186362"/>
                </a:lnTo>
                <a:lnTo>
                  <a:pt x="4282794" y="5226050"/>
                </a:lnTo>
                <a:lnTo>
                  <a:pt x="4264318" y="5268912"/>
                </a:lnTo>
                <a:lnTo>
                  <a:pt x="4249203" y="5313362"/>
                </a:lnTo>
                <a:lnTo>
                  <a:pt x="4239125" y="5365750"/>
                </a:lnTo>
                <a:lnTo>
                  <a:pt x="4229047" y="5426075"/>
                </a:lnTo>
                <a:lnTo>
                  <a:pt x="4227367" y="5494337"/>
                </a:lnTo>
                <a:lnTo>
                  <a:pt x="4229047" y="5562600"/>
                </a:lnTo>
                <a:lnTo>
                  <a:pt x="4239125" y="5622925"/>
                </a:lnTo>
                <a:lnTo>
                  <a:pt x="4249203" y="5675312"/>
                </a:lnTo>
                <a:lnTo>
                  <a:pt x="4264318" y="5721350"/>
                </a:lnTo>
                <a:lnTo>
                  <a:pt x="4282794" y="5762625"/>
                </a:lnTo>
                <a:lnTo>
                  <a:pt x="4301270" y="5802312"/>
                </a:lnTo>
                <a:lnTo>
                  <a:pt x="4321425" y="5840412"/>
                </a:lnTo>
                <a:lnTo>
                  <a:pt x="4341580" y="5876925"/>
                </a:lnTo>
                <a:lnTo>
                  <a:pt x="4361735" y="5915025"/>
                </a:lnTo>
                <a:lnTo>
                  <a:pt x="4378531" y="5956300"/>
                </a:lnTo>
                <a:lnTo>
                  <a:pt x="4393648" y="6003925"/>
                </a:lnTo>
                <a:lnTo>
                  <a:pt x="4405405" y="6056312"/>
                </a:lnTo>
                <a:lnTo>
                  <a:pt x="4413803" y="6113462"/>
                </a:lnTo>
                <a:lnTo>
                  <a:pt x="4417162" y="6183312"/>
                </a:lnTo>
                <a:lnTo>
                  <a:pt x="4413803" y="6251575"/>
                </a:lnTo>
                <a:lnTo>
                  <a:pt x="4405405" y="6311900"/>
                </a:lnTo>
                <a:lnTo>
                  <a:pt x="4393648" y="6361112"/>
                </a:lnTo>
                <a:lnTo>
                  <a:pt x="4378531" y="6407150"/>
                </a:lnTo>
                <a:lnTo>
                  <a:pt x="4361735" y="6448425"/>
                </a:lnTo>
                <a:lnTo>
                  <a:pt x="4343260" y="6488112"/>
                </a:lnTo>
                <a:lnTo>
                  <a:pt x="4324784" y="6523037"/>
                </a:lnTo>
                <a:lnTo>
                  <a:pt x="4304629" y="6561137"/>
                </a:lnTo>
                <a:lnTo>
                  <a:pt x="4284474" y="6597650"/>
                </a:lnTo>
                <a:lnTo>
                  <a:pt x="4267678" y="6640512"/>
                </a:lnTo>
                <a:lnTo>
                  <a:pt x="4250882" y="6683375"/>
                </a:lnTo>
                <a:lnTo>
                  <a:pt x="4240804" y="6735762"/>
                </a:lnTo>
                <a:lnTo>
                  <a:pt x="4232407" y="6791325"/>
                </a:lnTo>
                <a:lnTo>
                  <a:pt x="4227367" y="6858000"/>
                </a:lnTo>
                <a:lnTo>
                  <a:pt x="2310062" y="6858000"/>
                </a:lnTo>
                <a:lnTo>
                  <a:pt x="144378" y="6858000"/>
                </a:lnTo>
                <a:lnTo>
                  <a:pt x="0" y="6858000"/>
                </a:lnTo>
                <a:close/>
              </a:path>
            </a:pathLst>
          </a:custGeom>
          <a:solidFill>
            <a:srgbClr val="FFFFFF"/>
          </a:solidFill>
          <a:ln w="0">
            <a:noFill/>
            <a:prstDash val="solid"/>
            <a:round/>
            <a:headEnd/>
            <a:tailEnd/>
          </a:ln>
        </p:spPr>
        <p:txBody>
          <a:bodyPr/>
          <a:lstStyle/>
          <a:p>
            <a:endParaRPr lang="es-419"/>
          </a:p>
        </p:txBody>
      </p:sp>
      <p:sp useBgFill="1">
        <p:nvSpPr>
          <p:cNvPr id="14" name="Freeform: Shape 13">
            <a:extLst>
              <a:ext uri="{FF2B5EF4-FFF2-40B4-BE49-F238E27FC236}">
                <a16:creationId xmlns:a16="http://schemas.microsoft.com/office/drawing/2014/main" id="{A7A4B465-FBCC-4CD4-89A1-82992A7B4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4272784" cy="6858000"/>
          </a:xfrm>
          <a:custGeom>
            <a:avLst/>
            <a:gdLst>
              <a:gd name="connsiteX0" fmla="*/ 0 w 4272784"/>
              <a:gd name="connsiteY0" fmla="*/ 0 h 6858000"/>
              <a:gd name="connsiteX1" fmla="*/ 4082989 w 4272784"/>
              <a:gd name="connsiteY1" fmla="*/ 0 h 6858000"/>
              <a:gd name="connsiteX2" fmla="*/ 4088029 w 4272784"/>
              <a:gd name="connsiteY2" fmla="*/ 66675 h 6858000"/>
              <a:gd name="connsiteX3" fmla="*/ 4096426 w 4272784"/>
              <a:gd name="connsiteY3" fmla="*/ 122237 h 6858000"/>
              <a:gd name="connsiteX4" fmla="*/ 4106504 w 4272784"/>
              <a:gd name="connsiteY4" fmla="*/ 174625 h 6858000"/>
              <a:gd name="connsiteX5" fmla="*/ 4123300 w 4272784"/>
              <a:gd name="connsiteY5" fmla="*/ 217487 h 6858000"/>
              <a:gd name="connsiteX6" fmla="*/ 4140096 w 4272784"/>
              <a:gd name="connsiteY6" fmla="*/ 260350 h 6858000"/>
              <a:gd name="connsiteX7" fmla="*/ 4160251 w 4272784"/>
              <a:gd name="connsiteY7" fmla="*/ 296862 h 6858000"/>
              <a:gd name="connsiteX8" fmla="*/ 4180406 w 4272784"/>
              <a:gd name="connsiteY8" fmla="*/ 334962 h 6858000"/>
              <a:gd name="connsiteX9" fmla="*/ 4198882 w 4272784"/>
              <a:gd name="connsiteY9" fmla="*/ 369887 h 6858000"/>
              <a:gd name="connsiteX10" fmla="*/ 4217357 w 4272784"/>
              <a:gd name="connsiteY10" fmla="*/ 409575 h 6858000"/>
              <a:gd name="connsiteX11" fmla="*/ 4234153 w 4272784"/>
              <a:gd name="connsiteY11" fmla="*/ 450850 h 6858000"/>
              <a:gd name="connsiteX12" fmla="*/ 4249270 w 4272784"/>
              <a:gd name="connsiteY12" fmla="*/ 496887 h 6858000"/>
              <a:gd name="connsiteX13" fmla="*/ 4261027 w 4272784"/>
              <a:gd name="connsiteY13" fmla="*/ 546100 h 6858000"/>
              <a:gd name="connsiteX14" fmla="*/ 4269425 w 4272784"/>
              <a:gd name="connsiteY14" fmla="*/ 606425 h 6858000"/>
              <a:gd name="connsiteX15" fmla="*/ 4272784 w 4272784"/>
              <a:gd name="connsiteY15" fmla="*/ 673100 h 6858000"/>
              <a:gd name="connsiteX16" fmla="*/ 4269425 w 4272784"/>
              <a:gd name="connsiteY16" fmla="*/ 744537 h 6858000"/>
              <a:gd name="connsiteX17" fmla="*/ 4261027 w 4272784"/>
              <a:gd name="connsiteY17" fmla="*/ 801687 h 6858000"/>
              <a:gd name="connsiteX18" fmla="*/ 4249270 w 4272784"/>
              <a:gd name="connsiteY18" fmla="*/ 854075 h 6858000"/>
              <a:gd name="connsiteX19" fmla="*/ 4234153 w 4272784"/>
              <a:gd name="connsiteY19" fmla="*/ 901700 h 6858000"/>
              <a:gd name="connsiteX20" fmla="*/ 4217357 w 4272784"/>
              <a:gd name="connsiteY20" fmla="*/ 942975 h 6858000"/>
              <a:gd name="connsiteX21" fmla="*/ 4197202 w 4272784"/>
              <a:gd name="connsiteY21" fmla="*/ 981075 h 6858000"/>
              <a:gd name="connsiteX22" fmla="*/ 4177047 w 4272784"/>
              <a:gd name="connsiteY22" fmla="*/ 1017587 h 6858000"/>
              <a:gd name="connsiteX23" fmla="*/ 4156892 w 4272784"/>
              <a:gd name="connsiteY23" fmla="*/ 1055687 h 6858000"/>
              <a:gd name="connsiteX24" fmla="*/ 4138416 w 4272784"/>
              <a:gd name="connsiteY24" fmla="*/ 1095375 h 6858000"/>
              <a:gd name="connsiteX25" fmla="*/ 4119940 w 4272784"/>
              <a:gd name="connsiteY25" fmla="*/ 1136650 h 6858000"/>
              <a:gd name="connsiteX26" fmla="*/ 4104825 w 4272784"/>
              <a:gd name="connsiteY26" fmla="*/ 1182687 h 6858000"/>
              <a:gd name="connsiteX27" fmla="*/ 4094747 w 4272784"/>
              <a:gd name="connsiteY27" fmla="*/ 1235075 h 6858000"/>
              <a:gd name="connsiteX28" fmla="*/ 4084669 w 4272784"/>
              <a:gd name="connsiteY28" fmla="*/ 1295400 h 6858000"/>
              <a:gd name="connsiteX29" fmla="*/ 4082989 w 4272784"/>
              <a:gd name="connsiteY29" fmla="*/ 1363662 h 6858000"/>
              <a:gd name="connsiteX30" fmla="*/ 4084669 w 4272784"/>
              <a:gd name="connsiteY30" fmla="*/ 1431925 h 6858000"/>
              <a:gd name="connsiteX31" fmla="*/ 4094747 w 4272784"/>
              <a:gd name="connsiteY31" fmla="*/ 1492250 h 6858000"/>
              <a:gd name="connsiteX32" fmla="*/ 4104825 w 4272784"/>
              <a:gd name="connsiteY32" fmla="*/ 1544637 h 6858000"/>
              <a:gd name="connsiteX33" fmla="*/ 4119940 w 4272784"/>
              <a:gd name="connsiteY33" fmla="*/ 1589087 h 6858000"/>
              <a:gd name="connsiteX34" fmla="*/ 4138416 w 4272784"/>
              <a:gd name="connsiteY34" fmla="*/ 1631950 h 6858000"/>
              <a:gd name="connsiteX35" fmla="*/ 4156892 w 4272784"/>
              <a:gd name="connsiteY35" fmla="*/ 1671637 h 6858000"/>
              <a:gd name="connsiteX36" fmla="*/ 4177047 w 4272784"/>
              <a:gd name="connsiteY36" fmla="*/ 1708150 h 6858000"/>
              <a:gd name="connsiteX37" fmla="*/ 4197202 w 4272784"/>
              <a:gd name="connsiteY37" fmla="*/ 1743075 h 6858000"/>
              <a:gd name="connsiteX38" fmla="*/ 4217357 w 4272784"/>
              <a:gd name="connsiteY38" fmla="*/ 1782762 h 6858000"/>
              <a:gd name="connsiteX39" fmla="*/ 4234153 w 4272784"/>
              <a:gd name="connsiteY39" fmla="*/ 1824037 h 6858000"/>
              <a:gd name="connsiteX40" fmla="*/ 4249270 w 4272784"/>
              <a:gd name="connsiteY40" fmla="*/ 1870075 h 6858000"/>
              <a:gd name="connsiteX41" fmla="*/ 4261027 w 4272784"/>
              <a:gd name="connsiteY41" fmla="*/ 1922462 h 6858000"/>
              <a:gd name="connsiteX42" fmla="*/ 4269425 w 4272784"/>
              <a:gd name="connsiteY42" fmla="*/ 1982787 h 6858000"/>
              <a:gd name="connsiteX43" fmla="*/ 4272784 w 4272784"/>
              <a:gd name="connsiteY43" fmla="*/ 2051050 h 6858000"/>
              <a:gd name="connsiteX44" fmla="*/ 4269425 w 4272784"/>
              <a:gd name="connsiteY44" fmla="*/ 2119312 h 6858000"/>
              <a:gd name="connsiteX45" fmla="*/ 4261027 w 4272784"/>
              <a:gd name="connsiteY45" fmla="*/ 2179637 h 6858000"/>
              <a:gd name="connsiteX46" fmla="*/ 4249270 w 4272784"/>
              <a:gd name="connsiteY46" fmla="*/ 2232025 h 6858000"/>
              <a:gd name="connsiteX47" fmla="*/ 4234153 w 4272784"/>
              <a:gd name="connsiteY47" fmla="*/ 2278062 h 6858000"/>
              <a:gd name="connsiteX48" fmla="*/ 4217357 w 4272784"/>
              <a:gd name="connsiteY48" fmla="*/ 2319337 h 6858000"/>
              <a:gd name="connsiteX49" fmla="*/ 4197202 w 4272784"/>
              <a:gd name="connsiteY49" fmla="*/ 2359025 h 6858000"/>
              <a:gd name="connsiteX50" fmla="*/ 4177047 w 4272784"/>
              <a:gd name="connsiteY50" fmla="*/ 2395537 h 6858000"/>
              <a:gd name="connsiteX51" fmla="*/ 4156892 w 4272784"/>
              <a:gd name="connsiteY51" fmla="*/ 2433637 h 6858000"/>
              <a:gd name="connsiteX52" fmla="*/ 4138416 w 4272784"/>
              <a:gd name="connsiteY52" fmla="*/ 2471737 h 6858000"/>
              <a:gd name="connsiteX53" fmla="*/ 4119940 w 4272784"/>
              <a:gd name="connsiteY53" fmla="*/ 2513012 h 6858000"/>
              <a:gd name="connsiteX54" fmla="*/ 4104825 w 4272784"/>
              <a:gd name="connsiteY54" fmla="*/ 2560637 h 6858000"/>
              <a:gd name="connsiteX55" fmla="*/ 4094747 w 4272784"/>
              <a:gd name="connsiteY55" fmla="*/ 2613025 h 6858000"/>
              <a:gd name="connsiteX56" fmla="*/ 4084669 w 4272784"/>
              <a:gd name="connsiteY56" fmla="*/ 2671762 h 6858000"/>
              <a:gd name="connsiteX57" fmla="*/ 4082989 w 4272784"/>
              <a:gd name="connsiteY57" fmla="*/ 2741612 h 6858000"/>
              <a:gd name="connsiteX58" fmla="*/ 4084669 w 4272784"/>
              <a:gd name="connsiteY58" fmla="*/ 2809875 h 6858000"/>
              <a:gd name="connsiteX59" fmla="*/ 4094747 w 4272784"/>
              <a:gd name="connsiteY59" fmla="*/ 2868612 h 6858000"/>
              <a:gd name="connsiteX60" fmla="*/ 4104825 w 4272784"/>
              <a:gd name="connsiteY60" fmla="*/ 2922587 h 6858000"/>
              <a:gd name="connsiteX61" fmla="*/ 4119940 w 4272784"/>
              <a:gd name="connsiteY61" fmla="*/ 2967037 h 6858000"/>
              <a:gd name="connsiteX62" fmla="*/ 4138416 w 4272784"/>
              <a:gd name="connsiteY62" fmla="*/ 3009900 h 6858000"/>
              <a:gd name="connsiteX63" fmla="*/ 4156892 w 4272784"/>
              <a:gd name="connsiteY63" fmla="*/ 3046412 h 6858000"/>
              <a:gd name="connsiteX64" fmla="*/ 4177047 w 4272784"/>
              <a:gd name="connsiteY64" fmla="*/ 3084512 h 6858000"/>
              <a:gd name="connsiteX65" fmla="*/ 4197202 w 4272784"/>
              <a:gd name="connsiteY65" fmla="*/ 3121025 h 6858000"/>
              <a:gd name="connsiteX66" fmla="*/ 4217357 w 4272784"/>
              <a:gd name="connsiteY66" fmla="*/ 3160712 h 6858000"/>
              <a:gd name="connsiteX67" fmla="*/ 4234153 w 4272784"/>
              <a:gd name="connsiteY67" fmla="*/ 3201987 h 6858000"/>
              <a:gd name="connsiteX68" fmla="*/ 4249270 w 4272784"/>
              <a:gd name="connsiteY68" fmla="*/ 3248025 h 6858000"/>
              <a:gd name="connsiteX69" fmla="*/ 4261027 w 4272784"/>
              <a:gd name="connsiteY69" fmla="*/ 3300412 h 6858000"/>
              <a:gd name="connsiteX70" fmla="*/ 4269425 w 4272784"/>
              <a:gd name="connsiteY70" fmla="*/ 3360737 h 6858000"/>
              <a:gd name="connsiteX71" fmla="*/ 4272784 w 4272784"/>
              <a:gd name="connsiteY71" fmla="*/ 3427412 h 6858000"/>
              <a:gd name="connsiteX72" fmla="*/ 4269425 w 4272784"/>
              <a:gd name="connsiteY72" fmla="*/ 3497262 h 6858000"/>
              <a:gd name="connsiteX73" fmla="*/ 4261027 w 4272784"/>
              <a:gd name="connsiteY73" fmla="*/ 3557587 h 6858000"/>
              <a:gd name="connsiteX74" fmla="*/ 4249270 w 4272784"/>
              <a:gd name="connsiteY74" fmla="*/ 3609975 h 6858000"/>
              <a:gd name="connsiteX75" fmla="*/ 4234153 w 4272784"/>
              <a:gd name="connsiteY75" fmla="*/ 3656012 h 6858000"/>
              <a:gd name="connsiteX76" fmla="*/ 4217357 w 4272784"/>
              <a:gd name="connsiteY76" fmla="*/ 3697287 h 6858000"/>
              <a:gd name="connsiteX77" fmla="*/ 4197202 w 4272784"/>
              <a:gd name="connsiteY77" fmla="*/ 3736975 h 6858000"/>
              <a:gd name="connsiteX78" fmla="*/ 4156892 w 4272784"/>
              <a:gd name="connsiteY78" fmla="*/ 3811587 h 6858000"/>
              <a:gd name="connsiteX79" fmla="*/ 4138416 w 4272784"/>
              <a:gd name="connsiteY79" fmla="*/ 3848100 h 6858000"/>
              <a:gd name="connsiteX80" fmla="*/ 4119940 w 4272784"/>
              <a:gd name="connsiteY80" fmla="*/ 3890962 h 6858000"/>
              <a:gd name="connsiteX81" fmla="*/ 4104825 w 4272784"/>
              <a:gd name="connsiteY81" fmla="*/ 3935412 h 6858000"/>
              <a:gd name="connsiteX82" fmla="*/ 4094747 w 4272784"/>
              <a:gd name="connsiteY82" fmla="*/ 3987800 h 6858000"/>
              <a:gd name="connsiteX83" fmla="*/ 4084669 w 4272784"/>
              <a:gd name="connsiteY83" fmla="*/ 4048125 h 6858000"/>
              <a:gd name="connsiteX84" fmla="*/ 4082989 w 4272784"/>
              <a:gd name="connsiteY84" fmla="*/ 4116387 h 6858000"/>
              <a:gd name="connsiteX85" fmla="*/ 4084669 w 4272784"/>
              <a:gd name="connsiteY85" fmla="*/ 4186237 h 6858000"/>
              <a:gd name="connsiteX86" fmla="*/ 4094747 w 4272784"/>
              <a:gd name="connsiteY86" fmla="*/ 4244975 h 6858000"/>
              <a:gd name="connsiteX87" fmla="*/ 4104825 w 4272784"/>
              <a:gd name="connsiteY87" fmla="*/ 4297362 h 6858000"/>
              <a:gd name="connsiteX88" fmla="*/ 4119940 w 4272784"/>
              <a:gd name="connsiteY88" fmla="*/ 4343400 h 6858000"/>
              <a:gd name="connsiteX89" fmla="*/ 4138416 w 4272784"/>
              <a:gd name="connsiteY89" fmla="*/ 4386262 h 6858000"/>
              <a:gd name="connsiteX90" fmla="*/ 4156892 w 4272784"/>
              <a:gd name="connsiteY90" fmla="*/ 4424362 h 6858000"/>
              <a:gd name="connsiteX91" fmla="*/ 4197202 w 4272784"/>
              <a:gd name="connsiteY91" fmla="*/ 4498975 h 6858000"/>
              <a:gd name="connsiteX92" fmla="*/ 4217357 w 4272784"/>
              <a:gd name="connsiteY92" fmla="*/ 4537075 h 6858000"/>
              <a:gd name="connsiteX93" fmla="*/ 4234153 w 4272784"/>
              <a:gd name="connsiteY93" fmla="*/ 4579937 h 6858000"/>
              <a:gd name="connsiteX94" fmla="*/ 4249270 w 4272784"/>
              <a:gd name="connsiteY94" fmla="*/ 4625975 h 6858000"/>
              <a:gd name="connsiteX95" fmla="*/ 4261027 w 4272784"/>
              <a:gd name="connsiteY95" fmla="*/ 4678362 h 6858000"/>
              <a:gd name="connsiteX96" fmla="*/ 4269425 w 4272784"/>
              <a:gd name="connsiteY96" fmla="*/ 4738687 h 6858000"/>
              <a:gd name="connsiteX97" fmla="*/ 4272784 w 4272784"/>
              <a:gd name="connsiteY97" fmla="*/ 4806950 h 6858000"/>
              <a:gd name="connsiteX98" fmla="*/ 4269425 w 4272784"/>
              <a:gd name="connsiteY98" fmla="*/ 4875212 h 6858000"/>
              <a:gd name="connsiteX99" fmla="*/ 4261027 w 4272784"/>
              <a:gd name="connsiteY99" fmla="*/ 4935537 h 6858000"/>
              <a:gd name="connsiteX100" fmla="*/ 4249270 w 4272784"/>
              <a:gd name="connsiteY100" fmla="*/ 4987925 h 6858000"/>
              <a:gd name="connsiteX101" fmla="*/ 4234153 w 4272784"/>
              <a:gd name="connsiteY101" fmla="*/ 5033962 h 6858000"/>
              <a:gd name="connsiteX102" fmla="*/ 4217357 w 4272784"/>
              <a:gd name="connsiteY102" fmla="*/ 5075237 h 6858000"/>
              <a:gd name="connsiteX103" fmla="*/ 4197202 w 4272784"/>
              <a:gd name="connsiteY103" fmla="*/ 5114925 h 6858000"/>
              <a:gd name="connsiteX104" fmla="*/ 4177047 w 4272784"/>
              <a:gd name="connsiteY104" fmla="*/ 5149850 h 6858000"/>
              <a:gd name="connsiteX105" fmla="*/ 4156892 w 4272784"/>
              <a:gd name="connsiteY105" fmla="*/ 5186362 h 6858000"/>
              <a:gd name="connsiteX106" fmla="*/ 4138416 w 4272784"/>
              <a:gd name="connsiteY106" fmla="*/ 5226050 h 6858000"/>
              <a:gd name="connsiteX107" fmla="*/ 4119940 w 4272784"/>
              <a:gd name="connsiteY107" fmla="*/ 5268912 h 6858000"/>
              <a:gd name="connsiteX108" fmla="*/ 4104825 w 4272784"/>
              <a:gd name="connsiteY108" fmla="*/ 5313362 h 6858000"/>
              <a:gd name="connsiteX109" fmla="*/ 4094747 w 4272784"/>
              <a:gd name="connsiteY109" fmla="*/ 5365750 h 6858000"/>
              <a:gd name="connsiteX110" fmla="*/ 4084669 w 4272784"/>
              <a:gd name="connsiteY110" fmla="*/ 5426075 h 6858000"/>
              <a:gd name="connsiteX111" fmla="*/ 4082989 w 4272784"/>
              <a:gd name="connsiteY111" fmla="*/ 5494337 h 6858000"/>
              <a:gd name="connsiteX112" fmla="*/ 4084669 w 4272784"/>
              <a:gd name="connsiteY112" fmla="*/ 5562600 h 6858000"/>
              <a:gd name="connsiteX113" fmla="*/ 4094747 w 4272784"/>
              <a:gd name="connsiteY113" fmla="*/ 5622925 h 6858000"/>
              <a:gd name="connsiteX114" fmla="*/ 4104825 w 4272784"/>
              <a:gd name="connsiteY114" fmla="*/ 5675312 h 6858000"/>
              <a:gd name="connsiteX115" fmla="*/ 4119940 w 4272784"/>
              <a:gd name="connsiteY115" fmla="*/ 5721350 h 6858000"/>
              <a:gd name="connsiteX116" fmla="*/ 4138416 w 4272784"/>
              <a:gd name="connsiteY116" fmla="*/ 5762625 h 6858000"/>
              <a:gd name="connsiteX117" fmla="*/ 4156892 w 4272784"/>
              <a:gd name="connsiteY117" fmla="*/ 5802312 h 6858000"/>
              <a:gd name="connsiteX118" fmla="*/ 4177047 w 4272784"/>
              <a:gd name="connsiteY118" fmla="*/ 5840412 h 6858000"/>
              <a:gd name="connsiteX119" fmla="*/ 4197202 w 4272784"/>
              <a:gd name="connsiteY119" fmla="*/ 5876925 h 6858000"/>
              <a:gd name="connsiteX120" fmla="*/ 4217357 w 4272784"/>
              <a:gd name="connsiteY120" fmla="*/ 5915025 h 6858000"/>
              <a:gd name="connsiteX121" fmla="*/ 4234153 w 4272784"/>
              <a:gd name="connsiteY121" fmla="*/ 5956300 h 6858000"/>
              <a:gd name="connsiteX122" fmla="*/ 4249270 w 4272784"/>
              <a:gd name="connsiteY122" fmla="*/ 6003925 h 6858000"/>
              <a:gd name="connsiteX123" fmla="*/ 4261027 w 4272784"/>
              <a:gd name="connsiteY123" fmla="*/ 6056312 h 6858000"/>
              <a:gd name="connsiteX124" fmla="*/ 4269425 w 4272784"/>
              <a:gd name="connsiteY124" fmla="*/ 6113462 h 6858000"/>
              <a:gd name="connsiteX125" fmla="*/ 4272784 w 4272784"/>
              <a:gd name="connsiteY125" fmla="*/ 6183312 h 6858000"/>
              <a:gd name="connsiteX126" fmla="*/ 4269425 w 4272784"/>
              <a:gd name="connsiteY126" fmla="*/ 6251575 h 6858000"/>
              <a:gd name="connsiteX127" fmla="*/ 4261027 w 4272784"/>
              <a:gd name="connsiteY127" fmla="*/ 6311900 h 6858000"/>
              <a:gd name="connsiteX128" fmla="*/ 4249270 w 4272784"/>
              <a:gd name="connsiteY128" fmla="*/ 6361112 h 6858000"/>
              <a:gd name="connsiteX129" fmla="*/ 4234153 w 4272784"/>
              <a:gd name="connsiteY129" fmla="*/ 6407150 h 6858000"/>
              <a:gd name="connsiteX130" fmla="*/ 4217357 w 4272784"/>
              <a:gd name="connsiteY130" fmla="*/ 6448425 h 6858000"/>
              <a:gd name="connsiteX131" fmla="*/ 4198882 w 4272784"/>
              <a:gd name="connsiteY131" fmla="*/ 6488112 h 6858000"/>
              <a:gd name="connsiteX132" fmla="*/ 4180406 w 4272784"/>
              <a:gd name="connsiteY132" fmla="*/ 6523037 h 6858000"/>
              <a:gd name="connsiteX133" fmla="*/ 4160251 w 4272784"/>
              <a:gd name="connsiteY133" fmla="*/ 6561137 h 6858000"/>
              <a:gd name="connsiteX134" fmla="*/ 4140096 w 4272784"/>
              <a:gd name="connsiteY134" fmla="*/ 6597650 h 6858000"/>
              <a:gd name="connsiteX135" fmla="*/ 4123300 w 4272784"/>
              <a:gd name="connsiteY135" fmla="*/ 6640512 h 6858000"/>
              <a:gd name="connsiteX136" fmla="*/ 4106504 w 4272784"/>
              <a:gd name="connsiteY136" fmla="*/ 6683375 h 6858000"/>
              <a:gd name="connsiteX137" fmla="*/ 4096426 w 4272784"/>
              <a:gd name="connsiteY137" fmla="*/ 6735762 h 6858000"/>
              <a:gd name="connsiteX138" fmla="*/ 4088029 w 4272784"/>
              <a:gd name="connsiteY138" fmla="*/ 6791325 h 6858000"/>
              <a:gd name="connsiteX139" fmla="*/ 4082989 w 4272784"/>
              <a:gd name="connsiteY139" fmla="*/ 6858000 h 6858000"/>
              <a:gd name="connsiteX140" fmla="*/ 0 w 4272784"/>
              <a:gd name="connsiteY14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4272784" h="6858000">
                <a:moveTo>
                  <a:pt x="0" y="0"/>
                </a:moveTo>
                <a:lnTo>
                  <a:pt x="4082989" y="0"/>
                </a:lnTo>
                <a:lnTo>
                  <a:pt x="4088029" y="66675"/>
                </a:lnTo>
                <a:lnTo>
                  <a:pt x="4096426" y="122237"/>
                </a:lnTo>
                <a:lnTo>
                  <a:pt x="4106504" y="174625"/>
                </a:lnTo>
                <a:lnTo>
                  <a:pt x="4123300" y="217487"/>
                </a:lnTo>
                <a:lnTo>
                  <a:pt x="4140096" y="260350"/>
                </a:lnTo>
                <a:lnTo>
                  <a:pt x="4160251" y="296862"/>
                </a:lnTo>
                <a:lnTo>
                  <a:pt x="4180406" y="334962"/>
                </a:lnTo>
                <a:lnTo>
                  <a:pt x="4198882" y="369887"/>
                </a:lnTo>
                <a:lnTo>
                  <a:pt x="4217357" y="409575"/>
                </a:lnTo>
                <a:lnTo>
                  <a:pt x="4234153" y="450850"/>
                </a:lnTo>
                <a:lnTo>
                  <a:pt x="4249270" y="496887"/>
                </a:lnTo>
                <a:lnTo>
                  <a:pt x="4261027" y="546100"/>
                </a:lnTo>
                <a:lnTo>
                  <a:pt x="4269425" y="606425"/>
                </a:lnTo>
                <a:lnTo>
                  <a:pt x="4272784" y="673100"/>
                </a:lnTo>
                <a:lnTo>
                  <a:pt x="4269425" y="744537"/>
                </a:lnTo>
                <a:lnTo>
                  <a:pt x="4261027" y="801687"/>
                </a:lnTo>
                <a:lnTo>
                  <a:pt x="4249270" y="854075"/>
                </a:lnTo>
                <a:lnTo>
                  <a:pt x="4234153" y="901700"/>
                </a:lnTo>
                <a:lnTo>
                  <a:pt x="4217357" y="942975"/>
                </a:lnTo>
                <a:lnTo>
                  <a:pt x="4197202" y="981075"/>
                </a:lnTo>
                <a:lnTo>
                  <a:pt x="4177047" y="1017587"/>
                </a:lnTo>
                <a:lnTo>
                  <a:pt x="4156892" y="1055687"/>
                </a:lnTo>
                <a:lnTo>
                  <a:pt x="4138416" y="1095375"/>
                </a:lnTo>
                <a:lnTo>
                  <a:pt x="4119940" y="1136650"/>
                </a:lnTo>
                <a:lnTo>
                  <a:pt x="4104825" y="1182687"/>
                </a:lnTo>
                <a:lnTo>
                  <a:pt x="4094747" y="1235075"/>
                </a:lnTo>
                <a:lnTo>
                  <a:pt x="4084669" y="1295400"/>
                </a:lnTo>
                <a:lnTo>
                  <a:pt x="4082989" y="1363662"/>
                </a:lnTo>
                <a:lnTo>
                  <a:pt x="4084669" y="1431925"/>
                </a:lnTo>
                <a:lnTo>
                  <a:pt x="4094747" y="1492250"/>
                </a:lnTo>
                <a:lnTo>
                  <a:pt x="4104825" y="1544637"/>
                </a:lnTo>
                <a:lnTo>
                  <a:pt x="4119940" y="1589087"/>
                </a:lnTo>
                <a:lnTo>
                  <a:pt x="4138416" y="1631950"/>
                </a:lnTo>
                <a:lnTo>
                  <a:pt x="4156892" y="1671637"/>
                </a:lnTo>
                <a:lnTo>
                  <a:pt x="4177047" y="1708150"/>
                </a:lnTo>
                <a:lnTo>
                  <a:pt x="4197202" y="1743075"/>
                </a:lnTo>
                <a:lnTo>
                  <a:pt x="4217357" y="1782762"/>
                </a:lnTo>
                <a:lnTo>
                  <a:pt x="4234153" y="1824037"/>
                </a:lnTo>
                <a:lnTo>
                  <a:pt x="4249270" y="1870075"/>
                </a:lnTo>
                <a:lnTo>
                  <a:pt x="4261027" y="1922462"/>
                </a:lnTo>
                <a:lnTo>
                  <a:pt x="4269425" y="1982787"/>
                </a:lnTo>
                <a:lnTo>
                  <a:pt x="4272784" y="2051050"/>
                </a:lnTo>
                <a:lnTo>
                  <a:pt x="4269425" y="2119312"/>
                </a:lnTo>
                <a:lnTo>
                  <a:pt x="4261027" y="2179637"/>
                </a:lnTo>
                <a:lnTo>
                  <a:pt x="4249270" y="2232025"/>
                </a:lnTo>
                <a:lnTo>
                  <a:pt x="4234153" y="2278062"/>
                </a:lnTo>
                <a:lnTo>
                  <a:pt x="4217357" y="2319337"/>
                </a:lnTo>
                <a:lnTo>
                  <a:pt x="4197202" y="2359025"/>
                </a:lnTo>
                <a:lnTo>
                  <a:pt x="4177047" y="2395537"/>
                </a:lnTo>
                <a:lnTo>
                  <a:pt x="4156892" y="2433637"/>
                </a:lnTo>
                <a:lnTo>
                  <a:pt x="4138416" y="2471737"/>
                </a:lnTo>
                <a:lnTo>
                  <a:pt x="4119940" y="2513012"/>
                </a:lnTo>
                <a:lnTo>
                  <a:pt x="4104825" y="2560637"/>
                </a:lnTo>
                <a:lnTo>
                  <a:pt x="4094747" y="2613025"/>
                </a:lnTo>
                <a:lnTo>
                  <a:pt x="4084669" y="2671762"/>
                </a:lnTo>
                <a:lnTo>
                  <a:pt x="4082989" y="2741612"/>
                </a:lnTo>
                <a:lnTo>
                  <a:pt x="4084669" y="2809875"/>
                </a:lnTo>
                <a:lnTo>
                  <a:pt x="4094747" y="2868612"/>
                </a:lnTo>
                <a:lnTo>
                  <a:pt x="4104825" y="2922587"/>
                </a:lnTo>
                <a:lnTo>
                  <a:pt x="4119940" y="2967037"/>
                </a:lnTo>
                <a:lnTo>
                  <a:pt x="4138416" y="3009900"/>
                </a:lnTo>
                <a:lnTo>
                  <a:pt x="4156892" y="3046412"/>
                </a:lnTo>
                <a:lnTo>
                  <a:pt x="4177047" y="3084512"/>
                </a:lnTo>
                <a:lnTo>
                  <a:pt x="4197202" y="3121025"/>
                </a:lnTo>
                <a:lnTo>
                  <a:pt x="4217357" y="3160712"/>
                </a:lnTo>
                <a:lnTo>
                  <a:pt x="4234153" y="3201987"/>
                </a:lnTo>
                <a:lnTo>
                  <a:pt x="4249270" y="3248025"/>
                </a:lnTo>
                <a:lnTo>
                  <a:pt x="4261027" y="3300412"/>
                </a:lnTo>
                <a:lnTo>
                  <a:pt x="4269425" y="3360737"/>
                </a:lnTo>
                <a:lnTo>
                  <a:pt x="4272784" y="3427412"/>
                </a:lnTo>
                <a:lnTo>
                  <a:pt x="4269425" y="3497262"/>
                </a:lnTo>
                <a:lnTo>
                  <a:pt x="4261027" y="3557587"/>
                </a:lnTo>
                <a:lnTo>
                  <a:pt x="4249270" y="3609975"/>
                </a:lnTo>
                <a:lnTo>
                  <a:pt x="4234153" y="3656012"/>
                </a:lnTo>
                <a:lnTo>
                  <a:pt x="4217357" y="3697287"/>
                </a:lnTo>
                <a:lnTo>
                  <a:pt x="4197202" y="3736975"/>
                </a:lnTo>
                <a:lnTo>
                  <a:pt x="4156892" y="3811587"/>
                </a:lnTo>
                <a:lnTo>
                  <a:pt x="4138416" y="3848100"/>
                </a:lnTo>
                <a:lnTo>
                  <a:pt x="4119940" y="3890962"/>
                </a:lnTo>
                <a:lnTo>
                  <a:pt x="4104825" y="3935412"/>
                </a:lnTo>
                <a:lnTo>
                  <a:pt x="4094747" y="3987800"/>
                </a:lnTo>
                <a:lnTo>
                  <a:pt x="4084669" y="4048125"/>
                </a:lnTo>
                <a:lnTo>
                  <a:pt x="4082989" y="4116387"/>
                </a:lnTo>
                <a:lnTo>
                  <a:pt x="4084669" y="4186237"/>
                </a:lnTo>
                <a:lnTo>
                  <a:pt x="4094747" y="4244975"/>
                </a:lnTo>
                <a:lnTo>
                  <a:pt x="4104825" y="4297362"/>
                </a:lnTo>
                <a:lnTo>
                  <a:pt x="4119940" y="4343400"/>
                </a:lnTo>
                <a:lnTo>
                  <a:pt x="4138416" y="4386262"/>
                </a:lnTo>
                <a:lnTo>
                  <a:pt x="4156892" y="4424362"/>
                </a:lnTo>
                <a:lnTo>
                  <a:pt x="4197202" y="4498975"/>
                </a:lnTo>
                <a:lnTo>
                  <a:pt x="4217357" y="4537075"/>
                </a:lnTo>
                <a:lnTo>
                  <a:pt x="4234153" y="4579937"/>
                </a:lnTo>
                <a:lnTo>
                  <a:pt x="4249270" y="4625975"/>
                </a:lnTo>
                <a:lnTo>
                  <a:pt x="4261027" y="4678362"/>
                </a:lnTo>
                <a:lnTo>
                  <a:pt x="4269425" y="4738687"/>
                </a:lnTo>
                <a:lnTo>
                  <a:pt x="4272784" y="4806950"/>
                </a:lnTo>
                <a:lnTo>
                  <a:pt x="4269425" y="4875212"/>
                </a:lnTo>
                <a:lnTo>
                  <a:pt x="4261027" y="4935537"/>
                </a:lnTo>
                <a:lnTo>
                  <a:pt x="4249270" y="4987925"/>
                </a:lnTo>
                <a:lnTo>
                  <a:pt x="4234153" y="5033962"/>
                </a:lnTo>
                <a:lnTo>
                  <a:pt x="4217357" y="5075237"/>
                </a:lnTo>
                <a:lnTo>
                  <a:pt x="4197202" y="5114925"/>
                </a:lnTo>
                <a:lnTo>
                  <a:pt x="4177047" y="5149850"/>
                </a:lnTo>
                <a:lnTo>
                  <a:pt x="4156892" y="5186362"/>
                </a:lnTo>
                <a:lnTo>
                  <a:pt x="4138416" y="5226050"/>
                </a:lnTo>
                <a:lnTo>
                  <a:pt x="4119940" y="5268912"/>
                </a:lnTo>
                <a:lnTo>
                  <a:pt x="4104825" y="5313362"/>
                </a:lnTo>
                <a:lnTo>
                  <a:pt x="4094747" y="5365750"/>
                </a:lnTo>
                <a:lnTo>
                  <a:pt x="4084669" y="5426075"/>
                </a:lnTo>
                <a:lnTo>
                  <a:pt x="4082989" y="5494337"/>
                </a:lnTo>
                <a:lnTo>
                  <a:pt x="4084669" y="5562600"/>
                </a:lnTo>
                <a:lnTo>
                  <a:pt x="4094747" y="5622925"/>
                </a:lnTo>
                <a:lnTo>
                  <a:pt x="4104825" y="5675312"/>
                </a:lnTo>
                <a:lnTo>
                  <a:pt x="4119940" y="5721350"/>
                </a:lnTo>
                <a:lnTo>
                  <a:pt x="4138416" y="5762625"/>
                </a:lnTo>
                <a:lnTo>
                  <a:pt x="4156892" y="5802312"/>
                </a:lnTo>
                <a:lnTo>
                  <a:pt x="4177047" y="5840412"/>
                </a:lnTo>
                <a:lnTo>
                  <a:pt x="4197202" y="5876925"/>
                </a:lnTo>
                <a:lnTo>
                  <a:pt x="4217357" y="5915025"/>
                </a:lnTo>
                <a:lnTo>
                  <a:pt x="4234153" y="5956300"/>
                </a:lnTo>
                <a:lnTo>
                  <a:pt x="4249270" y="6003925"/>
                </a:lnTo>
                <a:lnTo>
                  <a:pt x="4261027" y="6056312"/>
                </a:lnTo>
                <a:lnTo>
                  <a:pt x="4269425" y="6113462"/>
                </a:lnTo>
                <a:lnTo>
                  <a:pt x="4272784" y="6183312"/>
                </a:lnTo>
                <a:lnTo>
                  <a:pt x="4269425" y="6251575"/>
                </a:lnTo>
                <a:lnTo>
                  <a:pt x="4261027" y="6311900"/>
                </a:lnTo>
                <a:lnTo>
                  <a:pt x="4249270" y="6361112"/>
                </a:lnTo>
                <a:lnTo>
                  <a:pt x="4234153" y="6407150"/>
                </a:lnTo>
                <a:lnTo>
                  <a:pt x="4217357" y="6448425"/>
                </a:lnTo>
                <a:lnTo>
                  <a:pt x="4198882" y="6488112"/>
                </a:lnTo>
                <a:lnTo>
                  <a:pt x="4180406" y="6523037"/>
                </a:lnTo>
                <a:lnTo>
                  <a:pt x="4160251" y="6561137"/>
                </a:lnTo>
                <a:lnTo>
                  <a:pt x="4140096" y="6597650"/>
                </a:lnTo>
                <a:lnTo>
                  <a:pt x="4123300" y="6640512"/>
                </a:lnTo>
                <a:lnTo>
                  <a:pt x="4106504" y="6683375"/>
                </a:lnTo>
                <a:lnTo>
                  <a:pt x="4096426" y="6735762"/>
                </a:lnTo>
                <a:lnTo>
                  <a:pt x="4088029" y="6791325"/>
                </a:lnTo>
                <a:lnTo>
                  <a:pt x="4082989" y="6858000"/>
                </a:lnTo>
                <a:lnTo>
                  <a:pt x="0" y="6858000"/>
                </a:lnTo>
                <a:close/>
              </a:path>
            </a:pathLst>
          </a:custGeom>
          <a:ln w="0">
            <a:noFill/>
            <a:prstDash val="solid"/>
            <a:round/>
            <a:headEnd/>
            <a:tailEnd/>
          </a:ln>
        </p:spPr>
        <p:txBody>
          <a:bodyPr/>
          <a:lstStyle/>
          <a:p>
            <a:endParaRPr lang="en-US" dirty="0"/>
          </a:p>
        </p:txBody>
      </p:sp>
      <p:sp>
        <p:nvSpPr>
          <p:cNvPr id="16" name="Freeform: Shape 15">
            <a:extLst>
              <a:ext uri="{FF2B5EF4-FFF2-40B4-BE49-F238E27FC236}">
                <a16:creationId xmlns:a16="http://schemas.microsoft.com/office/drawing/2014/main" id="{909E572F-9CDC-4214-9D42-FF00176495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17162" cy="6858000"/>
          </a:xfrm>
          <a:custGeom>
            <a:avLst/>
            <a:gdLst>
              <a:gd name="connsiteX0" fmla="*/ 4417162 w 4417162"/>
              <a:gd name="connsiteY0" fmla="*/ 0 h 6858000"/>
              <a:gd name="connsiteX1" fmla="*/ 334174 w 4417162"/>
              <a:gd name="connsiteY1" fmla="*/ 0 h 6858000"/>
              <a:gd name="connsiteX2" fmla="*/ 334173 w 4417162"/>
              <a:gd name="connsiteY2" fmla="*/ 0 h 6858000"/>
              <a:gd name="connsiteX3" fmla="*/ 189795 w 4417162"/>
              <a:gd name="connsiteY3" fmla="*/ 0 h 6858000"/>
              <a:gd name="connsiteX4" fmla="*/ 184756 w 4417162"/>
              <a:gd name="connsiteY4" fmla="*/ 66675 h 6858000"/>
              <a:gd name="connsiteX5" fmla="*/ 176358 w 4417162"/>
              <a:gd name="connsiteY5" fmla="*/ 122237 h 6858000"/>
              <a:gd name="connsiteX6" fmla="*/ 166281 w 4417162"/>
              <a:gd name="connsiteY6" fmla="*/ 174625 h 6858000"/>
              <a:gd name="connsiteX7" fmla="*/ 149485 w 4417162"/>
              <a:gd name="connsiteY7" fmla="*/ 217487 h 6858000"/>
              <a:gd name="connsiteX8" fmla="*/ 132689 w 4417162"/>
              <a:gd name="connsiteY8" fmla="*/ 260350 h 6858000"/>
              <a:gd name="connsiteX9" fmla="*/ 112534 w 4417162"/>
              <a:gd name="connsiteY9" fmla="*/ 296862 h 6858000"/>
              <a:gd name="connsiteX10" fmla="*/ 92379 w 4417162"/>
              <a:gd name="connsiteY10" fmla="*/ 334962 h 6858000"/>
              <a:gd name="connsiteX11" fmla="*/ 73903 w 4417162"/>
              <a:gd name="connsiteY11" fmla="*/ 369887 h 6858000"/>
              <a:gd name="connsiteX12" fmla="*/ 55427 w 4417162"/>
              <a:gd name="connsiteY12" fmla="*/ 409575 h 6858000"/>
              <a:gd name="connsiteX13" fmla="*/ 38632 w 4417162"/>
              <a:gd name="connsiteY13" fmla="*/ 450850 h 6858000"/>
              <a:gd name="connsiteX14" fmla="*/ 23515 w 4417162"/>
              <a:gd name="connsiteY14" fmla="*/ 496887 h 6858000"/>
              <a:gd name="connsiteX15" fmla="*/ 11758 w 4417162"/>
              <a:gd name="connsiteY15" fmla="*/ 546100 h 6858000"/>
              <a:gd name="connsiteX16" fmla="*/ 3359 w 4417162"/>
              <a:gd name="connsiteY16" fmla="*/ 606425 h 6858000"/>
              <a:gd name="connsiteX17" fmla="*/ 0 w 4417162"/>
              <a:gd name="connsiteY17" fmla="*/ 673100 h 6858000"/>
              <a:gd name="connsiteX18" fmla="*/ 3359 w 4417162"/>
              <a:gd name="connsiteY18" fmla="*/ 744537 h 6858000"/>
              <a:gd name="connsiteX19" fmla="*/ 11758 w 4417162"/>
              <a:gd name="connsiteY19" fmla="*/ 801687 h 6858000"/>
              <a:gd name="connsiteX20" fmla="*/ 23515 w 4417162"/>
              <a:gd name="connsiteY20" fmla="*/ 854075 h 6858000"/>
              <a:gd name="connsiteX21" fmla="*/ 38632 w 4417162"/>
              <a:gd name="connsiteY21" fmla="*/ 901700 h 6858000"/>
              <a:gd name="connsiteX22" fmla="*/ 55427 w 4417162"/>
              <a:gd name="connsiteY22" fmla="*/ 942975 h 6858000"/>
              <a:gd name="connsiteX23" fmla="*/ 75583 w 4417162"/>
              <a:gd name="connsiteY23" fmla="*/ 981075 h 6858000"/>
              <a:gd name="connsiteX24" fmla="*/ 95738 w 4417162"/>
              <a:gd name="connsiteY24" fmla="*/ 1017587 h 6858000"/>
              <a:gd name="connsiteX25" fmla="*/ 115893 w 4417162"/>
              <a:gd name="connsiteY25" fmla="*/ 1055687 h 6858000"/>
              <a:gd name="connsiteX26" fmla="*/ 134368 w 4417162"/>
              <a:gd name="connsiteY26" fmla="*/ 1095375 h 6858000"/>
              <a:gd name="connsiteX27" fmla="*/ 152844 w 4417162"/>
              <a:gd name="connsiteY27" fmla="*/ 1136650 h 6858000"/>
              <a:gd name="connsiteX28" fmla="*/ 167960 w 4417162"/>
              <a:gd name="connsiteY28" fmla="*/ 1182687 h 6858000"/>
              <a:gd name="connsiteX29" fmla="*/ 178038 w 4417162"/>
              <a:gd name="connsiteY29" fmla="*/ 1235075 h 6858000"/>
              <a:gd name="connsiteX30" fmla="*/ 188115 w 4417162"/>
              <a:gd name="connsiteY30" fmla="*/ 1295400 h 6858000"/>
              <a:gd name="connsiteX31" fmla="*/ 189795 w 4417162"/>
              <a:gd name="connsiteY31" fmla="*/ 1363662 h 6858000"/>
              <a:gd name="connsiteX32" fmla="*/ 188115 w 4417162"/>
              <a:gd name="connsiteY32" fmla="*/ 1431925 h 6858000"/>
              <a:gd name="connsiteX33" fmla="*/ 178038 w 4417162"/>
              <a:gd name="connsiteY33" fmla="*/ 1492250 h 6858000"/>
              <a:gd name="connsiteX34" fmla="*/ 167960 w 4417162"/>
              <a:gd name="connsiteY34" fmla="*/ 1544637 h 6858000"/>
              <a:gd name="connsiteX35" fmla="*/ 152844 w 4417162"/>
              <a:gd name="connsiteY35" fmla="*/ 1589087 h 6858000"/>
              <a:gd name="connsiteX36" fmla="*/ 134368 w 4417162"/>
              <a:gd name="connsiteY36" fmla="*/ 1631950 h 6858000"/>
              <a:gd name="connsiteX37" fmla="*/ 115893 w 4417162"/>
              <a:gd name="connsiteY37" fmla="*/ 1671637 h 6858000"/>
              <a:gd name="connsiteX38" fmla="*/ 95738 w 4417162"/>
              <a:gd name="connsiteY38" fmla="*/ 1708150 h 6858000"/>
              <a:gd name="connsiteX39" fmla="*/ 75583 w 4417162"/>
              <a:gd name="connsiteY39" fmla="*/ 1743075 h 6858000"/>
              <a:gd name="connsiteX40" fmla="*/ 55427 w 4417162"/>
              <a:gd name="connsiteY40" fmla="*/ 1782762 h 6858000"/>
              <a:gd name="connsiteX41" fmla="*/ 38632 w 4417162"/>
              <a:gd name="connsiteY41" fmla="*/ 1824037 h 6858000"/>
              <a:gd name="connsiteX42" fmla="*/ 23515 w 4417162"/>
              <a:gd name="connsiteY42" fmla="*/ 1870075 h 6858000"/>
              <a:gd name="connsiteX43" fmla="*/ 11758 w 4417162"/>
              <a:gd name="connsiteY43" fmla="*/ 1922462 h 6858000"/>
              <a:gd name="connsiteX44" fmla="*/ 3359 w 4417162"/>
              <a:gd name="connsiteY44" fmla="*/ 1982787 h 6858000"/>
              <a:gd name="connsiteX45" fmla="*/ 0 w 4417162"/>
              <a:gd name="connsiteY45" fmla="*/ 2051050 h 6858000"/>
              <a:gd name="connsiteX46" fmla="*/ 3359 w 4417162"/>
              <a:gd name="connsiteY46" fmla="*/ 2119312 h 6858000"/>
              <a:gd name="connsiteX47" fmla="*/ 11758 w 4417162"/>
              <a:gd name="connsiteY47" fmla="*/ 2179637 h 6858000"/>
              <a:gd name="connsiteX48" fmla="*/ 23515 w 4417162"/>
              <a:gd name="connsiteY48" fmla="*/ 2232025 h 6858000"/>
              <a:gd name="connsiteX49" fmla="*/ 38632 w 4417162"/>
              <a:gd name="connsiteY49" fmla="*/ 2278062 h 6858000"/>
              <a:gd name="connsiteX50" fmla="*/ 55427 w 4417162"/>
              <a:gd name="connsiteY50" fmla="*/ 2319337 h 6858000"/>
              <a:gd name="connsiteX51" fmla="*/ 75583 w 4417162"/>
              <a:gd name="connsiteY51" fmla="*/ 2359025 h 6858000"/>
              <a:gd name="connsiteX52" fmla="*/ 95738 w 4417162"/>
              <a:gd name="connsiteY52" fmla="*/ 2395537 h 6858000"/>
              <a:gd name="connsiteX53" fmla="*/ 115893 w 4417162"/>
              <a:gd name="connsiteY53" fmla="*/ 2433637 h 6858000"/>
              <a:gd name="connsiteX54" fmla="*/ 134368 w 4417162"/>
              <a:gd name="connsiteY54" fmla="*/ 2471737 h 6858000"/>
              <a:gd name="connsiteX55" fmla="*/ 152844 w 4417162"/>
              <a:gd name="connsiteY55" fmla="*/ 2513012 h 6858000"/>
              <a:gd name="connsiteX56" fmla="*/ 167960 w 4417162"/>
              <a:gd name="connsiteY56" fmla="*/ 2560637 h 6858000"/>
              <a:gd name="connsiteX57" fmla="*/ 178038 w 4417162"/>
              <a:gd name="connsiteY57" fmla="*/ 2613025 h 6858000"/>
              <a:gd name="connsiteX58" fmla="*/ 188115 w 4417162"/>
              <a:gd name="connsiteY58" fmla="*/ 2671762 h 6858000"/>
              <a:gd name="connsiteX59" fmla="*/ 189795 w 4417162"/>
              <a:gd name="connsiteY59" fmla="*/ 2741612 h 6858000"/>
              <a:gd name="connsiteX60" fmla="*/ 188115 w 4417162"/>
              <a:gd name="connsiteY60" fmla="*/ 2809875 h 6858000"/>
              <a:gd name="connsiteX61" fmla="*/ 178038 w 4417162"/>
              <a:gd name="connsiteY61" fmla="*/ 2868612 h 6858000"/>
              <a:gd name="connsiteX62" fmla="*/ 167960 w 4417162"/>
              <a:gd name="connsiteY62" fmla="*/ 2922587 h 6858000"/>
              <a:gd name="connsiteX63" fmla="*/ 152844 w 4417162"/>
              <a:gd name="connsiteY63" fmla="*/ 2967037 h 6858000"/>
              <a:gd name="connsiteX64" fmla="*/ 134368 w 4417162"/>
              <a:gd name="connsiteY64" fmla="*/ 3009900 h 6858000"/>
              <a:gd name="connsiteX65" fmla="*/ 115893 w 4417162"/>
              <a:gd name="connsiteY65" fmla="*/ 3046412 h 6858000"/>
              <a:gd name="connsiteX66" fmla="*/ 95738 w 4417162"/>
              <a:gd name="connsiteY66" fmla="*/ 3084512 h 6858000"/>
              <a:gd name="connsiteX67" fmla="*/ 75583 w 4417162"/>
              <a:gd name="connsiteY67" fmla="*/ 3121025 h 6858000"/>
              <a:gd name="connsiteX68" fmla="*/ 55427 w 4417162"/>
              <a:gd name="connsiteY68" fmla="*/ 3160712 h 6858000"/>
              <a:gd name="connsiteX69" fmla="*/ 38632 w 4417162"/>
              <a:gd name="connsiteY69" fmla="*/ 3201987 h 6858000"/>
              <a:gd name="connsiteX70" fmla="*/ 23515 w 4417162"/>
              <a:gd name="connsiteY70" fmla="*/ 3248025 h 6858000"/>
              <a:gd name="connsiteX71" fmla="*/ 11758 w 4417162"/>
              <a:gd name="connsiteY71" fmla="*/ 3300412 h 6858000"/>
              <a:gd name="connsiteX72" fmla="*/ 3359 w 4417162"/>
              <a:gd name="connsiteY72" fmla="*/ 3360737 h 6858000"/>
              <a:gd name="connsiteX73" fmla="*/ 0 w 4417162"/>
              <a:gd name="connsiteY73" fmla="*/ 3427412 h 6858000"/>
              <a:gd name="connsiteX74" fmla="*/ 3359 w 4417162"/>
              <a:gd name="connsiteY74" fmla="*/ 3497262 h 6858000"/>
              <a:gd name="connsiteX75" fmla="*/ 11758 w 4417162"/>
              <a:gd name="connsiteY75" fmla="*/ 3557587 h 6858000"/>
              <a:gd name="connsiteX76" fmla="*/ 23515 w 4417162"/>
              <a:gd name="connsiteY76" fmla="*/ 3609975 h 6858000"/>
              <a:gd name="connsiteX77" fmla="*/ 38632 w 4417162"/>
              <a:gd name="connsiteY77" fmla="*/ 3656012 h 6858000"/>
              <a:gd name="connsiteX78" fmla="*/ 55427 w 4417162"/>
              <a:gd name="connsiteY78" fmla="*/ 3697287 h 6858000"/>
              <a:gd name="connsiteX79" fmla="*/ 75583 w 4417162"/>
              <a:gd name="connsiteY79" fmla="*/ 3736975 h 6858000"/>
              <a:gd name="connsiteX80" fmla="*/ 115893 w 4417162"/>
              <a:gd name="connsiteY80" fmla="*/ 3811587 h 6858000"/>
              <a:gd name="connsiteX81" fmla="*/ 134368 w 4417162"/>
              <a:gd name="connsiteY81" fmla="*/ 3848100 h 6858000"/>
              <a:gd name="connsiteX82" fmla="*/ 152844 w 4417162"/>
              <a:gd name="connsiteY82" fmla="*/ 3890962 h 6858000"/>
              <a:gd name="connsiteX83" fmla="*/ 167960 w 4417162"/>
              <a:gd name="connsiteY83" fmla="*/ 3935412 h 6858000"/>
              <a:gd name="connsiteX84" fmla="*/ 178038 w 4417162"/>
              <a:gd name="connsiteY84" fmla="*/ 3987800 h 6858000"/>
              <a:gd name="connsiteX85" fmla="*/ 188115 w 4417162"/>
              <a:gd name="connsiteY85" fmla="*/ 4048125 h 6858000"/>
              <a:gd name="connsiteX86" fmla="*/ 189795 w 4417162"/>
              <a:gd name="connsiteY86" fmla="*/ 4116387 h 6858000"/>
              <a:gd name="connsiteX87" fmla="*/ 188115 w 4417162"/>
              <a:gd name="connsiteY87" fmla="*/ 4186237 h 6858000"/>
              <a:gd name="connsiteX88" fmla="*/ 178038 w 4417162"/>
              <a:gd name="connsiteY88" fmla="*/ 4244975 h 6858000"/>
              <a:gd name="connsiteX89" fmla="*/ 167960 w 4417162"/>
              <a:gd name="connsiteY89" fmla="*/ 4297362 h 6858000"/>
              <a:gd name="connsiteX90" fmla="*/ 152844 w 4417162"/>
              <a:gd name="connsiteY90" fmla="*/ 4343400 h 6858000"/>
              <a:gd name="connsiteX91" fmla="*/ 134368 w 4417162"/>
              <a:gd name="connsiteY91" fmla="*/ 4386262 h 6858000"/>
              <a:gd name="connsiteX92" fmla="*/ 115893 w 4417162"/>
              <a:gd name="connsiteY92" fmla="*/ 4424362 h 6858000"/>
              <a:gd name="connsiteX93" fmla="*/ 75583 w 4417162"/>
              <a:gd name="connsiteY93" fmla="*/ 4498975 h 6858000"/>
              <a:gd name="connsiteX94" fmla="*/ 55427 w 4417162"/>
              <a:gd name="connsiteY94" fmla="*/ 4537075 h 6858000"/>
              <a:gd name="connsiteX95" fmla="*/ 38632 w 4417162"/>
              <a:gd name="connsiteY95" fmla="*/ 4579937 h 6858000"/>
              <a:gd name="connsiteX96" fmla="*/ 23515 w 4417162"/>
              <a:gd name="connsiteY96" fmla="*/ 4625975 h 6858000"/>
              <a:gd name="connsiteX97" fmla="*/ 11758 w 4417162"/>
              <a:gd name="connsiteY97" fmla="*/ 4678362 h 6858000"/>
              <a:gd name="connsiteX98" fmla="*/ 3359 w 4417162"/>
              <a:gd name="connsiteY98" fmla="*/ 4738687 h 6858000"/>
              <a:gd name="connsiteX99" fmla="*/ 0 w 4417162"/>
              <a:gd name="connsiteY99" fmla="*/ 4806950 h 6858000"/>
              <a:gd name="connsiteX100" fmla="*/ 3359 w 4417162"/>
              <a:gd name="connsiteY100" fmla="*/ 4875212 h 6858000"/>
              <a:gd name="connsiteX101" fmla="*/ 11758 w 4417162"/>
              <a:gd name="connsiteY101" fmla="*/ 4935537 h 6858000"/>
              <a:gd name="connsiteX102" fmla="*/ 23515 w 4417162"/>
              <a:gd name="connsiteY102" fmla="*/ 4987925 h 6858000"/>
              <a:gd name="connsiteX103" fmla="*/ 38632 w 4417162"/>
              <a:gd name="connsiteY103" fmla="*/ 5033962 h 6858000"/>
              <a:gd name="connsiteX104" fmla="*/ 55427 w 4417162"/>
              <a:gd name="connsiteY104" fmla="*/ 5075237 h 6858000"/>
              <a:gd name="connsiteX105" fmla="*/ 75583 w 4417162"/>
              <a:gd name="connsiteY105" fmla="*/ 5114925 h 6858000"/>
              <a:gd name="connsiteX106" fmla="*/ 95738 w 4417162"/>
              <a:gd name="connsiteY106" fmla="*/ 5149850 h 6858000"/>
              <a:gd name="connsiteX107" fmla="*/ 115893 w 4417162"/>
              <a:gd name="connsiteY107" fmla="*/ 5186362 h 6858000"/>
              <a:gd name="connsiteX108" fmla="*/ 134368 w 4417162"/>
              <a:gd name="connsiteY108" fmla="*/ 5226050 h 6858000"/>
              <a:gd name="connsiteX109" fmla="*/ 152844 w 4417162"/>
              <a:gd name="connsiteY109" fmla="*/ 5268912 h 6858000"/>
              <a:gd name="connsiteX110" fmla="*/ 167960 w 4417162"/>
              <a:gd name="connsiteY110" fmla="*/ 5313362 h 6858000"/>
              <a:gd name="connsiteX111" fmla="*/ 178038 w 4417162"/>
              <a:gd name="connsiteY111" fmla="*/ 5365750 h 6858000"/>
              <a:gd name="connsiteX112" fmla="*/ 188115 w 4417162"/>
              <a:gd name="connsiteY112" fmla="*/ 5426075 h 6858000"/>
              <a:gd name="connsiteX113" fmla="*/ 189795 w 4417162"/>
              <a:gd name="connsiteY113" fmla="*/ 5494337 h 6858000"/>
              <a:gd name="connsiteX114" fmla="*/ 188115 w 4417162"/>
              <a:gd name="connsiteY114" fmla="*/ 5562600 h 6858000"/>
              <a:gd name="connsiteX115" fmla="*/ 178038 w 4417162"/>
              <a:gd name="connsiteY115" fmla="*/ 5622925 h 6858000"/>
              <a:gd name="connsiteX116" fmla="*/ 167960 w 4417162"/>
              <a:gd name="connsiteY116" fmla="*/ 5675312 h 6858000"/>
              <a:gd name="connsiteX117" fmla="*/ 152844 w 4417162"/>
              <a:gd name="connsiteY117" fmla="*/ 5721350 h 6858000"/>
              <a:gd name="connsiteX118" fmla="*/ 134368 w 4417162"/>
              <a:gd name="connsiteY118" fmla="*/ 5762625 h 6858000"/>
              <a:gd name="connsiteX119" fmla="*/ 115893 w 4417162"/>
              <a:gd name="connsiteY119" fmla="*/ 5802312 h 6858000"/>
              <a:gd name="connsiteX120" fmla="*/ 95738 w 4417162"/>
              <a:gd name="connsiteY120" fmla="*/ 5840412 h 6858000"/>
              <a:gd name="connsiteX121" fmla="*/ 75583 w 4417162"/>
              <a:gd name="connsiteY121" fmla="*/ 5876925 h 6858000"/>
              <a:gd name="connsiteX122" fmla="*/ 55427 w 4417162"/>
              <a:gd name="connsiteY122" fmla="*/ 5915025 h 6858000"/>
              <a:gd name="connsiteX123" fmla="*/ 38632 w 4417162"/>
              <a:gd name="connsiteY123" fmla="*/ 5956300 h 6858000"/>
              <a:gd name="connsiteX124" fmla="*/ 23515 w 4417162"/>
              <a:gd name="connsiteY124" fmla="*/ 6003925 h 6858000"/>
              <a:gd name="connsiteX125" fmla="*/ 11758 w 4417162"/>
              <a:gd name="connsiteY125" fmla="*/ 6056312 h 6858000"/>
              <a:gd name="connsiteX126" fmla="*/ 3359 w 4417162"/>
              <a:gd name="connsiteY126" fmla="*/ 6113462 h 6858000"/>
              <a:gd name="connsiteX127" fmla="*/ 0 w 4417162"/>
              <a:gd name="connsiteY127" fmla="*/ 6183312 h 6858000"/>
              <a:gd name="connsiteX128" fmla="*/ 3359 w 4417162"/>
              <a:gd name="connsiteY128" fmla="*/ 6251575 h 6858000"/>
              <a:gd name="connsiteX129" fmla="*/ 11758 w 4417162"/>
              <a:gd name="connsiteY129" fmla="*/ 6311900 h 6858000"/>
              <a:gd name="connsiteX130" fmla="*/ 23515 w 4417162"/>
              <a:gd name="connsiteY130" fmla="*/ 6361112 h 6858000"/>
              <a:gd name="connsiteX131" fmla="*/ 38632 w 4417162"/>
              <a:gd name="connsiteY131" fmla="*/ 6407150 h 6858000"/>
              <a:gd name="connsiteX132" fmla="*/ 55427 w 4417162"/>
              <a:gd name="connsiteY132" fmla="*/ 6448425 h 6858000"/>
              <a:gd name="connsiteX133" fmla="*/ 73903 w 4417162"/>
              <a:gd name="connsiteY133" fmla="*/ 6488112 h 6858000"/>
              <a:gd name="connsiteX134" fmla="*/ 92379 w 4417162"/>
              <a:gd name="connsiteY134" fmla="*/ 6523037 h 6858000"/>
              <a:gd name="connsiteX135" fmla="*/ 112534 w 4417162"/>
              <a:gd name="connsiteY135" fmla="*/ 6561137 h 6858000"/>
              <a:gd name="connsiteX136" fmla="*/ 132689 w 4417162"/>
              <a:gd name="connsiteY136" fmla="*/ 6597650 h 6858000"/>
              <a:gd name="connsiteX137" fmla="*/ 149485 w 4417162"/>
              <a:gd name="connsiteY137" fmla="*/ 6640512 h 6858000"/>
              <a:gd name="connsiteX138" fmla="*/ 166281 w 4417162"/>
              <a:gd name="connsiteY138" fmla="*/ 6683375 h 6858000"/>
              <a:gd name="connsiteX139" fmla="*/ 176358 w 4417162"/>
              <a:gd name="connsiteY139" fmla="*/ 6735762 h 6858000"/>
              <a:gd name="connsiteX140" fmla="*/ 184756 w 4417162"/>
              <a:gd name="connsiteY140" fmla="*/ 6791325 h 6858000"/>
              <a:gd name="connsiteX141" fmla="*/ 189795 w 4417162"/>
              <a:gd name="connsiteY141" fmla="*/ 6858000 h 6858000"/>
              <a:gd name="connsiteX142" fmla="*/ 334173 w 4417162"/>
              <a:gd name="connsiteY142" fmla="*/ 6858000 h 6858000"/>
              <a:gd name="connsiteX143" fmla="*/ 334174 w 4417162"/>
              <a:gd name="connsiteY143" fmla="*/ 6858000 h 6858000"/>
              <a:gd name="connsiteX144" fmla="*/ 4417162 w 4417162"/>
              <a:gd name="connsiteY14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Lst>
            <a:rect l="l" t="t" r="r" b="b"/>
            <a:pathLst>
              <a:path w="4417162" h="6858000">
                <a:moveTo>
                  <a:pt x="4417162" y="0"/>
                </a:moveTo>
                <a:lnTo>
                  <a:pt x="334174" y="0"/>
                </a:lnTo>
                <a:lnTo>
                  <a:pt x="334173" y="0"/>
                </a:lnTo>
                <a:lnTo>
                  <a:pt x="189795" y="0"/>
                </a:lnTo>
                <a:lnTo>
                  <a:pt x="184756" y="66675"/>
                </a:lnTo>
                <a:lnTo>
                  <a:pt x="176358" y="122237"/>
                </a:lnTo>
                <a:lnTo>
                  <a:pt x="166281" y="174625"/>
                </a:lnTo>
                <a:lnTo>
                  <a:pt x="149485" y="217487"/>
                </a:lnTo>
                <a:lnTo>
                  <a:pt x="132689" y="260350"/>
                </a:lnTo>
                <a:lnTo>
                  <a:pt x="112534" y="296862"/>
                </a:lnTo>
                <a:lnTo>
                  <a:pt x="92379" y="334962"/>
                </a:lnTo>
                <a:lnTo>
                  <a:pt x="73903" y="369887"/>
                </a:lnTo>
                <a:lnTo>
                  <a:pt x="55427" y="409575"/>
                </a:lnTo>
                <a:lnTo>
                  <a:pt x="38632" y="450850"/>
                </a:lnTo>
                <a:lnTo>
                  <a:pt x="23515" y="496887"/>
                </a:lnTo>
                <a:lnTo>
                  <a:pt x="11758" y="546100"/>
                </a:lnTo>
                <a:lnTo>
                  <a:pt x="3359" y="606425"/>
                </a:lnTo>
                <a:lnTo>
                  <a:pt x="0" y="673100"/>
                </a:lnTo>
                <a:lnTo>
                  <a:pt x="3359" y="744537"/>
                </a:lnTo>
                <a:lnTo>
                  <a:pt x="11758" y="801687"/>
                </a:lnTo>
                <a:lnTo>
                  <a:pt x="23515" y="854075"/>
                </a:lnTo>
                <a:lnTo>
                  <a:pt x="38632" y="901700"/>
                </a:lnTo>
                <a:lnTo>
                  <a:pt x="55427" y="942975"/>
                </a:lnTo>
                <a:lnTo>
                  <a:pt x="75583" y="981075"/>
                </a:lnTo>
                <a:lnTo>
                  <a:pt x="95738" y="1017587"/>
                </a:lnTo>
                <a:lnTo>
                  <a:pt x="115893" y="1055687"/>
                </a:lnTo>
                <a:lnTo>
                  <a:pt x="134368" y="1095375"/>
                </a:lnTo>
                <a:lnTo>
                  <a:pt x="152844" y="1136650"/>
                </a:lnTo>
                <a:lnTo>
                  <a:pt x="167960" y="1182687"/>
                </a:lnTo>
                <a:lnTo>
                  <a:pt x="178038" y="1235075"/>
                </a:lnTo>
                <a:lnTo>
                  <a:pt x="188115" y="1295400"/>
                </a:lnTo>
                <a:lnTo>
                  <a:pt x="189795" y="1363662"/>
                </a:lnTo>
                <a:lnTo>
                  <a:pt x="188115" y="1431925"/>
                </a:lnTo>
                <a:lnTo>
                  <a:pt x="178038" y="1492250"/>
                </a:lnTo>
                <a:lnTo>
                  <a:pt x="167960" y="1544637"/>
                </a:lnTo>
                <a:lnTo>
                  <a:pt x="152844" y="1589087"/>
                </a:lnTo>
                <a:lnTo>
                  <a:pt x="134368" y="1631950"/>
                </a:lnTo>
                <a:lnTo>
                  <a:pt x="115893" y="1671637"/>
                </a:lnTo>
                <a:lnTo>
                  <a:pt x="95738" y="1708150"/>
                </a:lnTo>
                <a:lnTo>
                  <a:pt x="75583" y="1743075"/>
                </a:lnTo>
                <a:lnTo>
                  <a:pt x="55427" y="1782762"/>
                </a:lnTo>
                <a:lnTo>
                  <a:pt x="38632" y="1824037"/>
                </a:lnTo>
                <a:lnTo>
                  <a:pt x="23515" y="1870075"/>
                </a:lnTo>
                <a:lnTo>
                  <a:pt x="11758" y="1922462"/>
                </a:lnTo>
                <a:lnTo>
                  <a:pt x="3359" y="1982787"/>
                </a:lnTo>
                <a:lnTo>
                  <a:pt x="0" y="2051050"/>
                </a:lnTo>
                <a:lnTo>
                  <a:pt x="3359" y="2119312"/>
                </a:lnTo>
                <a:lnTo>
                  <a:pt x="11758" y="2179637"/>
                </a:lnTo>
                <a:lnTo>
                  <a:pt x="23515" y="2232025"/>
                </a:lnTo>
                <a:lnTo>
                  <a:pt x="38632" y="2278062"/>
                </a:lnTo>
                <a:lnTo>
                  <a:pt x="55427" y="2319337"/>
                </a:lnTo>
                <a:lnTo>
                  <a:pt x="75583" y="2359025"/>
                </a:lnTo>
                <a:lnTo>
                  <a:pt x="95738" y="2395537"/>
                </a:lnTo>
                <a:lnTo>
                  <a:pt x="115893" y="2433637"/>
                </a:lnTo>
                <a:lnTo>
                  <a:pt x="134368" y="2471737"/>
                </a:lnTo>
                <a:lnTo>
                  <a:pt x="152844" y="2513012"/>
                </a:lnTo>
                <a:lnTo>
                  <a:pt x="167960" y="2560637"/>
                </a:lnTo>
                <a:lnTo>
                  <a:pt x="178038" y="2613025"/>
                </a:lnTo>
                <a:lnTo>
                  <a:pt x="188115" y="2671762"/>
                </a:lnTo>
                <a:lnTo>
                  <a:pt x="189795" y="2741612"/>
                </a:lnTo>
                <a:lnTo>
                  <a:pt x="188115" y="2809875"/>
                </a:lnTo>
                <a:lnTo>
                  <a:pt x="178038" y="2868612"/>
                </a:lnTo>
                <a:lnTo>
                  <a:pt x="167960" y="2922587"/>
                </a:lnTo>
                <a:lnTo>
                  <a:pt x="152844" y="2967037"/>
                </a:lnTo>
                <a:lnTo>
                  <a:pt x="134368" y="3009900"/>
                </a:lnTo>
                <a:lnTo>
                  <a:pt x="115893" y="3046412"/>
                </a:lnTo>
                <a:lnTo>
                  <a:pt x="95738" y="3084512"/>
                </a:lnTo>
                <a:lnTo>
                  <a:pt x="75583" y="3121025"/>
                </a:lnTo>
                <a:lnTo>
                  <a:pt x="55427" y="3160712"/>
                </a:lnTo>
                <a:lnTo>
                  <a:pt x="38632" y="3201987"/>
                </a:lnTo>
                <a:lnTo>
                  <a:pt x="23515" y="3248025"/>
                </a:lnTo>
                <a:lnTo>
                  <a:pt x="11758" y="3300412"/>
                </a:lnTo>
                <a:lnTo>
                  <a:pt x="3359" y="3360737"/>
                </a:lnTo>
                <a:lnTo>
                  <a:pt x="0" y="3427412"/>
                </a:lnTo>
                <a:lnTo>
                  <a:pt x="3359" y="3497262"/>
                </a:lnTo>
                <a:lnTo>
                  <a:pt x="11758" y="3557587"/>
                </a:lnTo>
                <a:lnTo>
                  <a:pt x="23515" y="3609975"/>
                </a:lnTo>
                <a:lnTo>
                  <a:pt x="38632" y="3656012"/>
                </a:lnTo>
                <a:lnTo>
                  <a:pt x="55427" y="3697287"/>
                </a:lnTo>
                <a:lnTo>
                  <a:pt x="75583" y="3736975"/>
                </a:lnTo>
                <a:lnTo>
                  <a:pt x="115893" y="3811587"/>
                </a:lnTo>
                <a:lnTo>
                  <a:pt x="134368" y="3848100"/>
                </a:lnTo>
                <a:lnTo>
                  <a:pt x="152844" y="3890962"/>
                </a:lnTo>
                <a:lnTo>
                  <a:pt x="167960" y="3935412"/>
                </a:lnTo>
                <a:lnTo>
                  <a:pt x="178038" y="3987800"/>
                </a:lnTo>
                <a:lnTo>
                  <a:pt x="188115" y="4048125"/>
                </a:lnTo>
                <a:lnTo>
                  <a:pt x="189795" y="4116387"/>
                </a:lnTo>
                <a:lnTo>
                  <a:pt x="188115" y="4186237"/>
                </a:lnTo>
                <a:lnTo>
                  <a:pt x="178038" y="4244975"/>
                </a:lnTo>
                <a:lnTo>
                  <a:pt x="167960" y="4297362"/>
                </a:lnTo>
                <a:lnTo>
                  <a:pt x="152844" y="4343400"/>
                </a:lnTo>
                <a:lnTo>
                  <a:pt x="134368" y="4386262"/>
                </a:lnTo>
                <a:lnTo>
                  <a:pt x="115893" y="4424362"/>
                </a:lnTo>
                <a:lnTo>
                  <a:pt x="75583" y="4498975"/>
                </a:lnTo>
                <a:lnTo>
                  <a:pt x="55427" y="4537075"/>
                </a:lnTo>
                <a:lnTo>
                  <a:pt x="38632" y="4579937"/>
                </a:lnTo>
                <a:lnTo>
                  <a:pt x="23515" y="4625975"/>
                </a:lnTo>
                <a:lnTo>
                  <a:pt x="11758" y="4678362"/>
                </a:lnTo>
                <a:lnTo>
                  <a:pt x="3359" y="4738687"/>
                </a:lnTo>
                <a:lnTo>
                  <a:pt x="0" y="4806950"/>
                </a:lnTo>
                <a:lnTo>
                  <a:pt x="3359" y="4875212"/>
                </a:lnTo>
                <a:lnTo>
                  <a:pt x="11758" y="4935537"/>
                </a:lnTo>
                <a:lnTo>
                  <a:pt x="23515" y="4987925"/>
                </a:lnTo>
                <a:lnTo>
                  <a:pt x="38632" y="5033962"/>
                </a:lnTo>
                <a:lnTo>
                  <a:pt x="55427" y="5075237"/>
                </a:lnTo>
                <a:lnTo>
                  <a:pt x="75583" y="5114925"/>
                </a:lnTo>
                <a:lnTo>
                  <a:pt x="95738" y="5149850"/>
                </a:lnTo>
                <a:lnTo>
                  <a:pt x="115893" y="5186362"/>
                </a:lnTo>
                <a:lnTo>
                  <a:pt x="134368" y="5226050"/>
                </a:lnTo>
                <a:lnTo>
                  <a:pt x="152844" y="5268912"/>
                </a:lnTo>
                <a:lnTo>
                  <a:pt x="167960" y="5313362"/>
                </a:lnTo>
                <a:lnTo>
                  <a:pt x="178038" y="5365750"/>
                </a:lnTo>
                <a:lnTo>
                  <a:pt x="188115" y="5426075"/>
                </a:lnTo>
                <a:lnTo>
                  <a:pt x="189795" y="5494337"/>
                </a:lnTo>
                <a:lnTo>
                  <a:pt x="188115" y="5562600"/>
                </a:lnTo>
                <a:lnTo>
                  <a:pt x="178038" y="5622925"/>
                </a:lnTo>
                <a:lnTo>
                  <a:pt x="167960" y="5675312"/>
                </a:lnTo>
                <a:lnTo>
                  <a:pt x="152844" y="5721350"/>
                </a:lnTo>
                <a:lnTo>
                  <a:pt x="134368" y="5762625"/>
                </a:lnTo>
                <a:lnTo>
                  <a:pt x="115893" y="5802312"/>
                </a:lnTo>
                <a:lnTo>
                  <a:pt x="95738" y="5840412"/>
                </a:lnTo>
                <a:lnTo>
                  <a:pt x="75583" y="5876925"/>
                </a:lnTo>
                <a:lnTo>
                  <a:pt x="55427" y="5915025"/>
                </a:lnTo>
                <a:lnTo>
                  <a:pt x="38632" y="5956300"/>
                </a:lnTo>
                <a:lnTo>
                  <a:pt x="23515" y="6003925"/>
                </a:lnTo>
                <a:lnTo>
                  <a:pt x="11758" y="6056312"/>
                </a:lnTo>
                <a:lnTo>
                  <a:pt x="3359" y="6113462"/>
                </a:lnTo>
                <a:lnTo>
                  <a:pt x="0" y="6183312"/>
                </a:lnTo>
                <a:lnTo>
                  <a:pt x="3359" y="6251575"/>
                </a:lnTo>
                <a:lnTo>
                  <a:pt x="11758" y="6311900"/>
                </a:lnTo>
                <a:lnTo>
                  <a:pt x="23515" y="6361112"/>
                </a:lnTo>
                <a:lnTo>
                  <a:pt x="38632" y="6407150"/>
                </a:lnTo>
                <a:lnTo>
                  <a:pt x="55427" y="6448425"/>
                </a:lnTo>
                <a:lnTo>
                  <a:pt x="73903" y="6488112"/>
                </a:lnTo>
                <a:lnTo>
                  <a:pt x="92379" y="6523037"/>
                </a:lnTo>
                <a:lnTo>
                  <a:pt x="112534" y="6561137"/>
                </a:lnTo>
                <a:lnTo>
                  <a:pt x="132689" y="6597650"/>
                </a:lnTo>
                <a:lnTo>
                  <a:pt x="149485" y="6640512"/>
                </a:lnTo>
                <a:lnTo>
                  <a:pt x="166281" y="6683375"/>
                </a:lnTo>
                <a:lnTo>
                  <a:pt x="176358" y="6735762"/>
                </a:lnTo>
                <a:lnTo>
                  <a:pt x="184756" y="6791325"/>
                </a:lnTo>
                <a:lnTo>
                  <a:pt x="189795" y="6858000"/>
                </a:lnTo>
                <a:lnTo>
                  <a:pt x="334173" y="6858000"/>
                </a:lnTo>
                <a:lnTo>
                  <a:pt x="334174" y="6858000"/>
                </a:lnTo>
                <a:lnTo>
                  <a:pt x="4417162" y="6858000"/>
                </a:lnTo>
                <a:close/>
              </a:path>
            </a:pathLst>
          </a:custGeom>
          <a:solidFill>
            <a:schemeClr val="accent1">
              <a:lumMod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ítulo 1">
            <a:extLst>
              <a:ext uri="{FF2B5EF4-FFF2-40B4-BE49-F238E27FC236}">
                <a16:creationId xmlns:a16="http://schemas.microsoft.com/office/drawing/2014/main" id="{19C5A2F1-8D45-4362-99B2-20FCFF5B87E9}"/>
              </a:ext>
            </a:extLst>
          </p:cNvPr>
          <p:cNvSpPr>
            <a:spLocks noGrp="1"/>
          </p:cNvSpPr>
          <p:nvPr>
            <p:ph type="title"/>
          </p:nvPr>
        </p:nvSpPr>
        <p:spPr>
          <a:xfrm>
            <a:off x="457201" y="723406"/>
            <a:ext cx="3234018" cy="3826728"/>
          </a:xfrm>
        </p:spPr>
        <p:txBody>
          <a:bodyPr vert="horz" lIns="91440" tIns="45720" rIns="91440" bIns="45720" rtlCol="0" anchor="b">
            <a:normAutofit/>
          </a:bodyPr>
          <a:lstStyle/>
          <a:p>
            <a:pPr algn="ctr"/>
            <a:r>
              <a:rPr lang="en-US" sz="5900" kern="1200" dirty="0" err="1">
                <a:solidFill>
                  <a:schemeClr val="tx1"/>
                </a:solidFill>
                <a:latin typeface="+mj-lt"/>
                <a:ea typeface="+mj-ea"/>
                <a:cs typeface="+mj-cs"/>
              </a:rPr>
              <a:t>Ventajas</a:t>
            </a:r>
            <a:r>
              <a:rPr lang="en-US" sz="5900" kern="1200" dirty="0">
                <a:solidFill>
                  <a:schemeClr val="tx1"/>
                </a:solidFill>
                <a:latin typeface="+mj-lt"/>
                <a:ea typeface="+mj-ea"/>
                <a:cs typeface="+mj-cs"/>
              </a:rPr>
              <a:t> del </a:t>
            </a:r>
            <a:r>
              <a:rPr lang="en-US" sz="5900" kern="1200" dirty="0" err="1">
                <a:solidFill>
                  <a:schemeClr val="tx1"/>
                </a:solidFill>
                <a:latin typeface="+mj-lt"/>
                <a:ea typeface="+mj-ea"/>
                <a:cs typeface="+mj-cs"/>
              </a:rPr>
              <a:t>diseño</a:t>
            </a:r>
            <a:r>
              <a:rPr lang="en-US" sz="5900" kern="1200" dirty="0">
                <a:solidFill>
                  <a:schemeClr val="tx1"/>
                </a:solidFill>
                <a:latin typeface="+mj-lt"/>
                <a:ea typeface="+mj-ea"/>
                <a:cs typeface="+mj-cs"/>
              </a:rPr>
              <a:t> </a:t>
            </a:r>
            <a:r>
              <a:rPr lang="en-US" sz="5900" kern="1200" dirty="0" err="1">
                <a:solidFill>
                  <a:schemeClr val="tx1"/>
                </a:solidFill>
                <a:latin typeface="+mj-lt"/>
                <a:ea typeface="+mj-ea"/>
                <a:cs typeface="+mj-cs"/>
              </a:rPr>
              <a:t>jerárquico</a:t>
            </a:r>
            <a:endParaRPr lang="en-US" sz="5900" kern="1200" dirty="0">
              <a:solidFill>
                <a:schemeClr val="tx1"/>
              </a:solidFill>
              <a:latin typeface="+mj-lt"/>
              <a:ea typeface="+mj-ea"/>
              <a:cs typeface="+mj-cs"/>
            </a:endParaRPr>
          </a:p>
        </p:txBody>
      </p:sp>
      <p:graphicFrame>
        <p:nvGraphicFramePr>
          <p:cNvPr id="5" name="Marcador de contenido 2">
            <a:extLst>
              <a:ext uri="{FF2B5EF4-FFF2-40B4-BE49-F238E27FC236}">
                <a16:creationId xmlns:a16="http://schemas.microsoft.com/office/drawing/2014/main" id="{DCD10D5F-4126-4F80-B8F8-5C041A17DD29}"/>
              </a:ext>
            </a:extLst>
          </p:cNvPr>
          <p:cNvGraphicFramePr>
            <a:graphicFrameLocks noGrp="1"/>
          </p:cNvGraphicFramePr>
          <p:nvPr>
            <p:ph idx="1"/>
          </p:nvPr>
        </p:nvGraphicFramePr>
        <p:xfrm>
          <a:off x="5468389" y="620392"/>
          <a:ext cx="626364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64579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FAA910DD-1F30-4A7C-A1A8-B91F4ADF9253}"/>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graphicEl>
                                              <a:dgm id="{CACCDDAE-0CD0-430A-AF3C-FB3284A637CB}"/>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graphicEl>
                                              <a:dgm id="{9B5BBDCB-64AA-42B9-A65B-C2675BEE3BA8}"/>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ECC35173-44DD-499D-B122-7FB47E82CBAC}"/>
              </a:ext>
            </a:extLst>
          </p:cNvPr>
          <p:cNvSpPr>
            <a:spLocks noGrp="1"/>
          </p:cNvSpPr>
          <p:nvPr>
            <p:ph type="title"/>
          </p:nvPr>
        </p:nvSpPr>
        <p:spPr>
          <a:xfrm>
            <a:off x="643467" y="321734"/>
            <a:ext cx="6901193" cy="1135737"/>
          </a:xfrm>
        </p:spPr>
        <p:txBody>
          <a:bodyPr>
            <a:normAutofit/>
          </a:bodyPr>
          <a:lstStyle/>
          <a:p>
            <a:r>
              <a:rPr lang="es-CO" sz="3600"/>
              <a:t>Diseño multicanal</a:t>
            </a:r>
          </a:p>
        </p:txBody>
      </p:sp>
      <p:grpSp>
        <p:nvGrpSpPr>
          <p:cNvPr id="14" name="Group 13">
            <a:extLst>
              <a:ext uri="{FF2B5EF4-FFF2-40B4-BE49-F238E27FC236}">
                <a16:creationId xmlns:a16="http://schemas.microsoft.com/office/drawing/2014/main" id="{912209CB-3E4C-43AE-B507-08269FAE89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4720" y="0"/>
            <a:ext cx="1097280" cy="1097280"/>
            <a:chOff x="11094720" y="0"/>
            <a:chExt cx="1097280" cy="1097280"/>
          </a:xfrm>
        </p:grpSpPr>
        <p:sp>
          <p:nvSpPr>
            <p:cNvPr id="15" name="Isosceles Triangle 14">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1094720" y="0"/>
              <a:ext cx="1097280" cy="1097280"/>
            </a:xfrm>
            <a:prstGeom prst="triangle">
              <a:avLst>
                <a:gd name="adj" fmla="val 10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BCB7912-FEA6-4C89-8E9B-D95EF15647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189552" y="127618"/>
              <a:ext cx="457894" cy="45789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Marcador de contenido 2">
            <a:extLst>
              <a:ext uri="{FF2B5EF4-FFF2-40B4-BE49-F238E27FC236}">
                <a16:creationId xmlns:a16="http://schemas.microsoft.com/office/drawing/2014/main" id="{8ABB8101-76AC-4D22-A045-3BFA2A24C6C8}"/>
              </a:ext>
            </a:extLst>
          </p:cNvPr>
          <p:cNvSpPr>
            <a:spLocks noGrp="1"/>
          </p:cNvSpPr>
          <p:nvPr>
            <p:ph idx="1"/>
          </p:nvPr>
        </p:nvSpPr>
        <p:spPr>
          <a:xfrm>
            <a:off x="643468" y="1782981"/>
            <a:ext cx="6901193" cy="4393982"/>
          </a:xfrm>
        </p:spPr>
        <p:txBody>
          <a:bodyPr>
            <a:normAutofit/>
          </a:bodyPr>
          <a:lstStyle/>
          <a:p>
            <a:r>
              <a:rPr lang="es-CO" sz="2000" dirty="0"/>
              <a:t>Es común que un diseño incluya secciones repetidas de un circuito</a:t>
            </a:r>
          </a:p>
          <a:p>
            <a:pPr lvl="1"/>
            <a:r>
              <a:rPr lang="es-CO" sz="2000" dirty="0" err="1"/>
              <a:t>Cto</a:t>
            </a:r>
            <a:r>
              <a:rPr lang="es-CO" sz="2000" dirty="0"/>
              <a:t> acondicionamiento de señales de múltiples variables </a:t>
            </a:r>
            <a:r>
              <a:rPr lang="es-CO" sz="2000" dirty="0" err="1"/>
              <a:t>sensadas</a:t>
            </a:r>
            <a:endParaRPr lang="es-CO" sz="2000" dirty="0"/>
          </a:p>
          <a:p>
            <a:pPr lvl="1"/>
            <a:r>
              <a:rPr lang="es-CO" sz="2000" dirty="0"/>
              <a:t>Driver de potencia para varios motores</a:t>
            </a:r>
          </a:p>
          <a:p>
            <a:r>
              <a:rPr lang="es-CO" sz="2000" dirty="0"/>
              <a:t>Altium soporta y facilita el diseño de circuitos de este tipo</a:t>
            </a:r>
          </a:p>
          <a:p>
            <a:r>
              <a:rPr lang="es-CO" sz="2000" dirty="0"/>
              <a:t>El circuito se captura una sola vez en una hoja esquemática y se le da instrucciones al software de repetirlo tantas veces como sea necesario</a:t>
            </a:r>
          </a:p>
          <a:p>
            <a:pPr lvl="1"/>
            <a:r>
              <a:rPr lang="es-CO" sz="2000" dirty="0"/>
              <a:t>Agregando el símbolo de hoja varias veces</a:t>
            </a:r>
          </a:p>
          <a:p>
            <a:pPr lvl="1"/>
            <a:r>
              <a:rPr lang="es-CO" sz="2000" dirty="0"/>
              <a:t>Configurando un símbolo para que se repita el numero de veces requeridas</a:t>
            </a:r>
          </a:p>
          <a:p>
            <a:pPr lvl="1"/>
            <a:endParaRPr lang="es-CO" sz="2000" dirty="0"/>
          </a:p>
        </p:txBody>
      </p:sp>
      <p:pic>
        <p:nvPicPr>
          <p:cNvPr id="5" name="Imagen 4">
            <a:extLst>
              <a:ext uri="{FF2B5EF4-FFF2-40B4-BE49-F238E27FC236}">
                <a16:creationId xmlns:a16="http://schemas.microsoft.com/office/drawing/2014/main" id="{C938B7A5-5372-436E-A108-0A1071F85C35}"/>
              </a:ext>
            </a:extLst>
          </p:cNvPr>
          <p:cNvPicPr>
            <a:picLocks noChangeAspect="1"/>
          </p:cNvPicPr>
          <p:nvPr/>
        </p:nvPicPr>
        <p:blipFill>
          <a:blip r:embed="rId2"/>
          <a:stretch>
            <a:fillRect/>
          </a:stretch>
        </p:blipFill>
        <p:spPr>
          <a:xfrm>
            <a:off x="8111474" y="850041"/>
            <a:ext cx="2912087" cy="2635439"/>
          </a:xfrm>
          <a:prstGeom prst="rect">
            <a:avLst/>
          </a:prstGeom>
        </p:spPr>
      </p:pic>
      <p:sp>
        <p:nvSpPr>
          <p:cNvPr id="18" name="Isosceles Triangle 17">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Imagen 6">
            <a:extLst>
              <a:ext uri="{FF2B5EF4-FFF2-40B4-BE49-F238E27FC236}">
                <a16:creationId xmlns:a16="http://schemas.microsoft.com/office/drawing/2014/main" id="{824CC1F6-77DD-4A8B-96DA-C1B989358A55}"/>
              </a:ext>
            </a:extLst>
          </p:cNvPr>
          <p:cNvPicPr>
            <a:picLocks noChangeAspect="1"/>
          </p:cNvPicPr>
          <p:nvPr/>
        </p:nvPicPr>
        <p:blipFill>
          <a:blip r:embed="rId3"/>
          <a:stretch>
            <a:fillRect/>
          </a:stretch>
        </p:blipFill>
        <p:spPr>
          <a:xfrm>
            <a:off x="8119869" y="4271832"/>
            <a:ext cx="3428663" cy="1662901"/>
          </a:xfrm>
          <a:prstGeom prst="rect">
            <a:avLst/>
          </a:prstGeom>
        </p:spPr>
      </p:pic>
    </p:spTree>
    <p:extLst>
      <p:ext uri="{BB962C8B-B14F-4D97-AF65-F5344CB8AC3E}">
        <p14:creationId xmlns:p14="http://schemas.microsoft.com/office/powerpoint/2010/main" val="1290551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C352A904-FE84-4B4F-BC92-6947DE384A8A}"/>
              </a:ext>
            </a:extLst>
          </p:cNvPr>
          <p:cNvSpPr>
            <a:spLocks noGrp="1"/>
          </p:cNvSpPr>
          <p:nvPr>
            <p:ph type="title"/>
          </p:nvPr>
        </p:nvSpPr>
        <p:spPr>
          <a:xfrm>
            <a:off x="4996206" y="321734"/>
            <a:ext cx="6042582" cy="1135737"/>
          </a:xfrm>
        </p:spPr>
        <p:txBody>
          <a:bodyPr>
            <a:normAutofit/>
          </a:bodyPr>
          <a:lstStyle/>
          <a:p>
            <a:pPr algn="r"/>
            <a:r>
              <a:rPr lang="es-CO" sz="3600" dirty="0"/>
              <a:t>Redes de alimentación</a:t>
            </a:r>
          </a:p>
        </p:txBody>
      </p:sp>
      <p:sp>
        <p:nvSpPr>
          <p:cNvPr id="3" name="Marcador de contenido 2">
            <a:extLst>
              <a:ext uri="{FF2B5EF4-FFF2-40B4-BE49-F238E27FC236}">
                <a16:creationId xmlns:a16="http://schemas.microsoft.com/office/drawing/2014/main" id="{E7E9358A-6312-4579-804D-0E0C492E5F92}"/>
              </a:ext>
            </a:extLst>
          </p:cNvPr>
          <p:cNvSpPr>
            <a:spLocks noGrp="1"/>
          </p:cNvSpPr>
          <p:nvPr>
            <p:ph idx="1"/>
          </p:nvPr>
        </p:nvSpPr>
        <p:spPr>
          <a:xfrm>
            <a:off x="643469" y="405354"/>
            <a:ext cx="4376518" cy="6130912"/>
          </a:xfrm>
        </p:spPr>
        <p:txBody>
          <a:bodyPr anchor="ctr">
            <a:normAutofit/>
          </a:bodyPr>
          <a:lstStyle/>
          <a:p>
            <a:r>
              <a:rPr lang="es-CO" sz="1600" dirty="0"/>
              <a:t>El comportamiento por defecto en la configuración asume que las redes de alimentación son globales</a:t>
            </a:r>
          </a:p>
          <a:p>
            <a:r>
              <a:rPr lang="es-CO" sz="1600" dirty="0"/>
              <a:t>Las redes de suministro de energía al circuito se crean con la herramienta </a:t>
            </a:r>
            <a:r>
              <a:rPr lang="es-CO" sz="1600" b="1" i="1" dirty="0" err="1"/>
              <a:t>Power</a:t>
            </a:r>
            <a:r>
              <a:rPr lang="es-CO" sz="1600" b="1" i="1" dirty="0"/>
              <a:t> Port</a:t>
            </a:r>
          </a:p>
          <a:p>
            <a:pPr lvl="1"/>
            <a:r>
              <a:rPr lang="es-CO" sz="1600" dirty="0"/>
              <a:t>El nombre del </a:t>
            </a:r>
            <a:r>
              <a:rPr lang="es-CO" sz="1600" b="1" i="1" dirty="0" err="1"/>
              <a:t>Power</a:t>
            </a:r>
            <a:r>
              <a:rPr lang="es-CO" sz="1600" b="1" i="1" dirty="0"/>
              <a:t> Port </a:t>
            </a:r>
            <a:r>
              <a:rPr lang="es-CO" sz="1600" dirty="0"/>
              <a:t>y no el estilo del símbolo es el que determina si dos redes de alimentación están conectadas entre sí en una hoja</a:t>
            </a:r>
          </a:p>
          <a:p>
            <a:r>
              <a:rPr lang="es-CO" sz="1600" dirty="0"/>
              <a:t>En diseños con múltiples hojas la conexión de los puertos de alimentación depende de la opción </a:t>
            </a:r>
            <a:r>
              <a:rPr lang="es-CO" sz="1600" b="1" i="1" dirty="0"/>
              <a:t>Net </a:t>
            </a:r>
            <a:r>
              <a:rPr lang="es-CO" sz="1600" b="1" i="1" dirty="0" err="1"/>
              <a:t>Identifier</a:t>
            </a:r>
            <a:r>
              <a:rPr lang="es-CO" sz="1600" b="1" i="1" dirty="0"/>
              <a:t> </a:t>
            </a:r>
            <a:r>
              <a:rPr lang="es-CO" sz="1600" b="1" i="1" dirty="0" err="1"/>
              <a:t>Scope</a:t>
            </a:r>
            <a:r>
              <a:rPr lang="es-CO" sz="1600" b="1" i="1" dirty="0"/>
              <a:t> </a:t>
            </a:r>
            <a:r>
              <a:rPr lang="es-CO" sz="1600" dirty="0"/>
              <a:t>en la pestaña opciones de la ventana de opciones del proyecto (</a:t>
            </a:r>
            <a:r>
              <a:rPr lang="es-CO" sz="1600" b="1" i="1" dirty="0"/>
              <a:t>Project&gt;&gt;Project </a:t>
            </a:r>
            <a:r>
              <a:rPr lang="es-CO" sz="1600" b="1" i="1" dirty="0" err="1"/>
              <a:t>Options</a:t>
            </a:r>
            <a:r>
              <a:rPr lang="es-CO" sz="1600" dirty="0"/>
              <a:t>)</a:t>
            </a:r>
          </a:p>
          <a:p>
            <a:pPr lvl="1"/>
            <a:r>
              <a:rPr lang="es-CO" sz="1600" dirty="0"/>
              <a:t>Automática </a:t>
            </a:r>
            <a:r>
              <a:rPr lang="es-CO" sz="1600" dirty="0">
                <a:sym typeface="Wingdings" panose="05000000000000000000" pitchFamily="2" charset="2"/>
              </a:rPr>
              <a:t> Altium decide</a:t>
            </a:r>
            <a:endParaRPr lang="es-CO" sz="1600" dirty="0"/>
          </a:p>
          <a:p>
            <a:pPr lvl="1"/>
            <a:r>
              <a:rPr lang="es-CO" sz="1600" dirty="0"/>
              <a:t>Flat </a:t>
            </a:r>
            <a:r>
              <a:rPr lang="es-CO" sz="1600" dirty="0">
                <a:sym typeface="Wingdings" panose="05000000000000000000" pitchFamily="2" charset="2"/>
              </a:rPr>
              <a:t> Solo los puertos son globales</a:t>
            </a:r>
            <a:endParaRPr lang="es-CO" sz="1600" dirty="0"/>
          </a:p>
          <a:p>
            <a:pPr lvl="1"/>
            <a:r>
              <a:rPr lang="es-CO" sz="1600" dirty="0"/>
              <a:t>Jerárquica </a:t>
            </a:r>
            <a:r>
              <a:rPr lang="es-CO" sz="1600" dirty="0">
                <a:sym typeface="Wingdings" panose="05000000000000000000" pitchFamily="2" charset="2"/>
              </a:rPr>
              <a:t> puertos locales, </a:t>
            </a:r>
            <a:r>
              <a:rPr lang="es-CO" sz="1600" dirty="0" err="1">
                <a:sym typeface="Wingdings" panose="05000000000000000000" pitchFamily="2" charset="2"/>
              </a:rPr>
              <a:t>power</a:t>
            </a:r>
            <a:r>
              <a:rPr lang="es-CO" sz="1600" dirty="0">
                <a:sym typeface="Wingdings" panose="05000000000000000000" pitchFamily="2" charset="2"/>
              </a:rPr>
              <a:t> </a:t>
            </a:r>
            <a:r>
              <a:rPr lang="es-CO" sz="1600" dirty="0" err="1">
                <a:sym typeface="Wingdings" panose="05000000000000000000" pitchFamily="2" charset="2"/>
              </a:rPr>
              <a:t>ports</a:t>
            </a:r>
            <a:r>
              <a:rPr lang="es-CO" sz="1600" dirty="0">
                <a:sym typeface="Wingdings" panose="05000000000000000000" pitchFamily="2" charset="2"/>
              </a:rPr>
              <a:t> globales</a:t>
            </a:r>
            <a:endParaRPr lang="es-CO" sz="1600" dirty="0"/>
          </a:p>
          <a:p>
            <a:pPr lvl="1"/>
            <a:r>
              <a:rPr lang="es-CO" sz="1600" dirty="0"/>
              <a:t>Estricta Jerárquica </a:t>
            </a:r>
            <a:r>
              <a:rPr lang="es-CO" sz="1600" dirty="0">
                <a:sym typeface="Wingdings" panose="05000000000000000000" pitchFamily="2" charset="2"/>
              </a:rPr>
              <a:t>  puertos y </a:t>
            </a:r>
            <a:r>
              <a:rPr lang="es-CO" sz="1600" dirty="0" err="1">
                <a:sym typeface="Wingdings" panose="05000000000000000000" pitchFamily="2" charset="2"/>
              </a:rPr>
              <a:t>power</a:t>
            </a:r>
            <a:r>
              <a:rPr lang="es-CO" sz="1600" dirty="0">
                <a:sym typeface="Wingdings" panose="05000000000000000000" pitchFamily="2" charset="2"/>
              </a:rPr>
              <a:t> </a:t>
            </a:r>
            <a:r>
              <a:rPr lang="es-CO" sz="1600" dirty="0" err="1">
                <a:sym typeface="Wingdings" panose="05000000000000000000" pitchFamily="2" charset="2"/>
              </a:rPr>
              <a:t>ports</a:t>
            </a:r>
            <a:r>
              <a:rPr lang="es-CO" sz="1600" dirty="0">
                <a:sym typeface="Wingdings" panose="05000000000000000000" pitchFamily="2" charset="2"/>
              </a:rPr>
              <a:t> locales</a:t>
            </a:r>
            <a:endParaRPr lang="es-CO" sz="1600" dirty="0"/>
          </a:p>
          <a:p>
            <a:pPr lvl="1"/>
            <a:r>
              <a:rPr lang="es-CO" sz="1600" dirty="0"/>
              <a:t>Global </a:t>
            </a:r>
            <a:r>
              <a:rPr lang="es-CO" sz="1600" dirty="0">
                <a:sym typeface="Wingdings" panose="05000000000000000000" pitchFamily="2" charset="2"/>
              </a:rPr>
              <a:t> Net </a:t>
            </a:r>
            <a:r>
              <a:rPr lang="es-CO" sz="1600" dirty="0" err="1">
                <a:sym typeface="Wingdings" panose="05000000000000000000" pitchFamily="2" charset="2"/>
              </a:rPr>
              <a:t>labels</a:t>
            </a:r>
            <a:r>
              <a:rPr lang="es-CO" sz="1600" dirty="0">
                <a:sym typeface="Wingdings" panose="05000000000000000000" pitchFamily="2" charset="2"/>
              </a:rPr>
              <a:t> y </a:t>
            </a:r>
            <a:r>
              <a:rPr lang="es-CO" sz="1600" dirty="0" err="1">
                <a:sym typeface="Wingdings" panose="05000000000000000000" pitchFamily="2" charset="2"/>
              </a:rPr>
              <a:t>Power</a:t>
            </a:r>
            <a:r>
              <a:rPr lang="es-CO" sz="1600" dirty="0">
                <a:sym typeface="Wingdings" panose="05000000000000000000" pitchFamily="2" charset="2"/>
              </a:rPr>
              <a:t> </a:t>
            </a:r>
            <a:r>
              <a:rPr lang="es-CO" sz="1600" dirty="0" err="1">
                <a:sym typeface="Wingdings" panose="05000000000000000000" pitchFamily="2" charset="2"/>
              </a:rPr>
              <a:t>port</a:t>
            </a:r>
            <a:r>
              <a:rPr lang="es-CO" sz="1600" dirty="0">
                <a:sym typeface="Wingdings" panose="05000000000000000000" pitchFamily="2" charset="2"/>
              </a:rPr>
              <a:t> globales</a:t>
            </a:r>
            <a:endParaRPr lang="es-CO" sz="1600" dirty="0"/>
          </a:p>
        </p:txBody>
      </p:sp>
      <p:grpSp>
        <p:nvGrpSpPr>
          <p:cNvPr id="12" name="Group 11">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3"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Imagen 4">
            <a:extLst>
              <a:ext uri="{FF2B5EF4-FFF2-40B4-BE49-F238E27FC236}">
                <a16:creationId xmlns:a16="http://schemas.microsoft.com/office/drawing/2014/main" id="{BA03914C-76B8-41EC-B261-7E8A8ADCA0B2}"/>
              </a:ext>
            </a:extLst>
          </p:cNvPr>
          <p:cNvPicPr>
            <a:picLocks noChangeAspect="1"/>
          </p:cNvPicPr>
          <p:nvPr/>
        </p:nvPicPr>
        <p:blipFill>
          <a:blip r:embed="rId2"/>
          <a:stretch>
            <a:fillRect/>
          </a:stretch>
        </p:blipFill>
        <p:spPr>
          <a:xfrm>
            <a:off x="5295320" y="2502238"/>
            <a:ext cx="6253212" cy="2923377"/>
          </a:xfrm>
          <a:prstGeom prst="rect">
            <a:avLst/>
          </a:prstGeom>
        </p:spPr>
      </p:pic>
      <p:grpSp>
        <p:nvGrpSpPr>
          <p:cNvPr id="16" name="Group 15">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7" name="Rectangle 16">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633681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8B31185-9DB9-45FE-B51A-4CAB6319CC3B}"/>
              </a:ext>
            </a:extLst>
          </p:cNvPr>
          <p:cNvSpPr>
            <a:spLocks noGrp="1"/>
          </p:cNvSpPr>
          <p:nvPr>
            <p:ph type="title"/>
          </p:nvPr>
        </p:nvSpPr>
        <p:spPr>
          <a:xfrm>
            <a:off x="572493" y="238539"/>
            <a:ext cx="11018520" cy="1434415"/>
          </a:xfrm>
        </p:spPr>
        <p:txBody>
          <a:bodyPr anchor="b">
            <a:normAutofit/>
          </a:bodyPr>
          <a:lstStyle/>
          <a:p>
            <a:r>
              <a:rPr lang="es-CO" sz="5400"/>
              <a:t>Especificando requisitos de diseño</a:t>
            </a: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622638B4-7A7A-43D0-8C68-A2F48E4AE768}"/>
              </a:ext>
            </a:extLst>
          </p:cNvPr>
          <p:cNvSpPr>
            <a:spLocks noGrp="1"/>
          </p:cNvSpPr>
          <p:nvPr>
            <p:ph idx="1"/>
          </p:nvPr>
        </p:nvSpPr>
        <p:spPr>
          <a:xfrm>
            <a:off x="572493" y="2071316"/>
            <a:ext cx="6713552" cy="4119172"/>
          </a:xfrm>
        </p:spPr>
        <p:txBody>
          <a:bodyPr anchor="t">
            <a:normAutofit fontScale="92500"/>
          </a:bodyPr>
          <a:lstStyle/>
          <a:p>
            <a:r>
              <a:rPr lang="es-CO" sz="2200" dirty="0"/>
              <a:t>Las directivas de diseño son objetos que se ubican en el esquemático y que tiene como objeto especificar instrucciones a otras componentes del software</a:t>
            </a:r>
          </a:p>
          <a:p>
            <a:r>
              <a:rPr lang="es-CO" sz="2200" dirty="0"/>
              <a:t>Existen una gran variedad de directivas que se pueden usar de dos formas</a:t>
            </a:r>
          </a:p>
          <a:p>
            <a:pPr lvl="1"/>
            <a:r>
              <a:rPr lang="es-CO" sz="2200" dirty="0"/>
              <a:t>Compilación automática de los documentos fuente esquemáticos</a:t>
            </a:r>
          </a:p>
          <a:p>
            <a:pPr lvl="2"/>
            <a:r>
              <a:rPr lang="es-CO" sz="1800" dirty="0"/>
              <a:t>Directiva No ERC</a:t>
            </a:r>
          </a:p>
          <a:p>
            <a:pPr lvl="2"/>
            <a:r>
              <a:rPr lang="es-CO" sz="1800" dirty="0"/>
              <a:t>Directiva Mascara de Compilación</a:t>
            </a:r>
          </a:p>
          <a:p>
            <a:pPr lvl="1"/>
            <a:r>
              <a:rPr lang="es-CO" sz="2200" dirty="0"/>
              <a:t>Pasar información definida en el esquemático a la PCB</a:t>
            </a:r>
          </a:p>
          <a:p>
            <a:pPr lvl="2"/>
            <a:r>
              <a:rPr lang="es-CO" sz="1800" dirty="0"/>
              <a:t>Restricciones de </a:t>
            </a:r>
            <a:r>
              <a:rPr lang="es-CO" sz="1800" dirty="0" err="1"/>
              <a:t>layout</a:t>
            </a:r>
            <a:r>
              <a:rPr lang="es-CO" sz="1800" dirty="0"/>
              <a:t> en </a:t>
            </a:r>
            <a:r>
              <a:rPr lang="es-CO" sz="1800" dirty="0" err="1"/>
              <a:t>PCBs</a:t>
            </a:r>
            <a:endParaRPr lang="es-CO" sz="1800" dirty="0"/>
          </a:p>
          <a:p>
            <a:pPr lvl="2"/>
            <a:r>
              <a:rPr lang="es-CO" sz="1800" dirty="0"/>
              <a:t>Pares diferenciales</a:t>
            </a:r>
          </a:p>
          <a:p>
            <a:pPr lvl="2"/>
            <a:r>
              <a:rPr lang="es-CO" sz="1800"/>
              <a:t>Clases de red</a:t>
            </a:r>
            <a:endParaRPr lang="es-CO" sz="1800" dirty="0"/>
          </a:p>
        </p:txBody>
      </p:sp>
      <p:pic>
        <p:nvPicPr>
          <p:cNvPr id="5" name="Imagen 4">
            <a:extLst>
              <a:ext uri="{FF2B5EF4-FFF2-40B4-BE49-F238E27FC236}">
                <a16:creationId xmlns:a16="http://schemas.microsoft.com/office/drawing/2014/main" id="{E98B85D2-B5E7-443A-AB25-C7B7FC5D8EAB}"/>
              </a:ext>
            </a:extLst>
          </p:cNvPr>
          <p:cNvPicPr>
            <a:picLocks noChangeAspect="1"/>
          </p:cNvPicPr>
          <p:nvPr/>
        </p:nvPicPr>
        <p:blipFill rotWithShape="1">
          <a:blip r:embed="rId2"/>
          <a:srcRect t="14170" r="2" b="6000"/>
          <a:stretch/>
        </p:blipFill>
        <p:spPr>
          <a:xfrm>
            <a:off x="7675658" y="2093976"/>
            <a:ext cx="3941064" cy="4377026"/>
          </a:xfrm>
          <a:prstGeom prst="rect">
            <a:avLst/>
          </a:prstGeom>
        </p:spPr>
      </p:pic>
    </p:spTree>
    <p:extLst>
      <p:ext uri="{BB962C8B-B14F-4D97-AF65-F5344CB8AC3E}">
        <p14:creationId xmlns:p14="http://schemas.microsoft.com/office/powerpoint/2010/main" val="1993735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87B497-EE64-4FF8-AE01-A705383153C4}"/>
              </a:ext>
            </a:extLst>
          </p:cNvPr>
          <p:cNvSpPr>
            <a:spLocks noGrp="1"/>
          </p:cNvSpPr>
          <p:nvPr>
            <p:ph type="title"/>
          </p:nvPr>
        </p:nvSpPr>
        <p:spPr>
          <a:xfrm>
            <a:off x="1136428" y="627564"/>
            <a:ext cx="7474172" cy="1325563"/>
          </a:xfrm>
        </p:spPr>
        <p:txBody>
          <a:bodyPr>
            <a:normAutofit/>
          </a:bodyPr>
          <a:lstStyle/>
          <a:p>
            <a:r>
              <a:rPr lang="es-CO" dirty="0"/>
              <a:t>Directiva No ERC</a:t>
            </a:r>
          </a:p>
        </p:txBody>
      </p:sp>
      <p:sp>
        <p:nvSpPr>
          <p:cNvPr id="3" name="Marcador de contenido 2">
            <a:extLst>
              <a:ext uri="{FF2B5EF4-FFF2-40B4-BE49-F238E27FC236}">
                <a16:creationId xmlns:a16="http://schemas.microsoft.com/office/drawing/2014/main" id="{BDD69612-D477-4616-9789-9168C0B3671B}"/>
              </a:ext>
            </a:extLst>
          </p:cNvPr>
          <p:cNvSpPr>
            <a:spLocks noGrp="1"/>
          </p:cNvSpPr>
          <p:nvPr>
            <p:ph idx="1"/>
          </p:nvPr>
        </p:nvSpPr>
        <p:spPr>
          <a:xfrm>
            <a:off x="1136429" y="2278173"/>
            <a:ext cx="6467867" cy="3450613"/>
          </a:xfrm>
        </p:spPr>
        <p:txBody>
          <a:bodyPr anchor="ctr">
            <a:normAutofit/>
          </a:bodyPr>
          <a:lstStyle/>
          <a:p>
            <a:r>
              <a:rPr lang="es-CO" sz="2000" dirty="0"/>
              <a:t>Esta directiva se ubica en un nodo en el circuito para suprimir todos los errores y </a:t>
            </a:r>
            <a:r>
              <a:rPr lang="es-CO" sz="2000" dirty="0" err="1"/>
              <a:t>warnings</a:t>
            </a:r>
            <a:r>
              <a:rPr lang="es-CO" sz="2000" dirty="0"/>
              <a:t> reportados por el “</a:t>
            </a:r>
            <a:r>
              <a:rPr lang="es-CO" sz="2000" dirty="0" err="1"/>
              <a:t>Electrical</a:t>
            </a:r>
            <a:r>
              <a:rPr lang="es-CO" sz="2000" dirty="0"/>
              <a:t> Rule </a:t>
            </a:r>
            <a:r>
              <a:rPr lang="es-CO" sz="2000" dirty="0" err="1"/>
              <a:t>Check</a:t>
            </a:r>
            <a:r>
              <a:rPr lang="es-CO" sz="2000" dirty="0"/>
              <a:t>” o ERC durante la compilación</a:t>
            </a:r>
          </a:p>
          <a:p>
            <a:r>
              <a:rPr lang="es-CO" sz="2000" dirty="0"/>
              <a:t>Ubique la directiva No ERC en nodos que aún no están conectados o en los puntos que usted sabe que tienen problemas debido al carácter incompleto del proyecto</a:t>
            </a:r>
          </a:p>
          <a:p>
            <a:r>
              <a:rPr lang="es-CO" sz="2000" dirty="0"/>
              <a:t>Modos de operación</a:t>
            </a:r>
          </a:p>
          <a:p>
            <a:pPr lvl="1"/>
            <a:r>
              <a:rPr lang="es-CO" sz="2000" dirty="0"/>
              <a:t>Suprimir todas las violaciones</a:t>
            </a:r>
          </a:p>
          <a:p>
            <a:pPr lvl="1"/>
            <a:r>
              <a:rPr lang="es-CO" sz="2000" dirty="0"/>
              <a:t>Suprimir violaciones especificas</a:t>
            </a:r>
          </a:p>
        </p:txBody>
      </p:sp>
      <p:sp>
        <p:nvSpPr>
          <p:cNvPr id="1031" name="Rectangle 1030">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88880" y="0"/>
            <a:ext cx="210312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Oval 1032">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5400" y="2358913"/>
            <a:ext cx="2140172" cy="2140172"/>
          </a:xfrm>
          <a:prstGeom prst="ellipse">
            <a:avLst/>
          </a:prstGeom>
          <a:solidFill>
            <a:srgbClr val="FFFFFF"/>
          </a:solidFill>
          <a:ln w="22225">
            <a:solidFill>
              <a:srgbClr val="F7ABA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Choose a No ERC style that best reflects its function at that point in the circuit.">
            <a:extLst>
              <a:ext uri="{FF2B5EF4-FFF2-40B4-BE49-F238E27FC236}">
                <a16:creationId xmlns:a16="http://schemas.microsoft.com/office/drawing/2014/main" id="{FA48B68F-27DD-46AE-90FE-A2CBDA41E4C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254442" y="3245419"/>
            <a:ext cx="1462088" cy="367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4288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D4A27619-C133-4E91-B3BD-B8D02EB18B25}"/>
              </a:ext>
            </a:extLst>
          </p:cNvPr>
          <p:cNvSpPr>
            <a:spLocks noGrp="1"/>
          </p:cNvSpPr>
          <p:nvPr>
            <p:ph type="title"/>
          </p:nvPr>
        </p:nvSpPr>
        <p:spPr>
          <a:xfrm>
            <a:off x="643467" y="321734"/>
            <a:ext cx="10905066" cy="1135737"/>
          </a:xfrm>
        </p:spPr>
        <p:txBody>
          <a:bodyPr>
            <a:normAutofit/>
          </a:bodyPr>
          <a:lstStyle/>
          <a:p>
            <a:r>
              <a:rPr lang="es-CO" sz="3600"/>
              <a:t>Directiva mascara de compilación</a:t>
            </a:r>
          </a:p>
        </p:txBody>
      </p:sp>
      <p:sp>
        <p:nvSpPr>
          <p:cNvPr id="3" name="Marcador de contenido 2">
            <a:extLst>
              <a:ext uri="{FF2B5EF4-FFF2-40B4-BE49-F238E27FC236}">
                <a16:creationId xmlns:a16="http://schemas.microsoft.com/office/drawing/2014/main" id="{19529544-2375-4EEF-931D-BA86BDD2CA52}"/>
              </a:ext>
            </a:extLst>
          </p:cNvPr>
          <p:cNvSpPr>
            <a:spLocks noGrp="1"/>
          </p:cNvSpPr>
          <p:nvPr>
            <p:ph idx="1"/>
          </p:nvPr>
        </p:nvSpPr>
        <p:spPr>
          <a:xfrm>
            <a:off x="643469" y="1782981"/>
            <a:ext cx="4008384" cy="4393982"/>
          </a:xfrm>
        </p:spPr>
        <p:txBody>
          <a:bodyPr>
            <a:normAutofit/>
          </a:bodyPr>
          <a:lstStyle/>
          <a:p>
            <a:r>
              <a:rPr lang="es-CO" sz="2000" dirty="0"/>
              <a:t>Si lo que queremos es suprimir mensajes de una sección entera del circuito la directiva mascara de compilación es la indicada</a:t>
            </a:r>
          </a:p>
          <a:p>
            <a:r>
              <a:rPr lang="es-CO" sz="2000" dirty="0"/>
              <a:t>Como su nombre lo indica esta directiva instruye el compilador a ignorar cualquier objeto que se encuentre completamente dentro de los limites de la mascara definida</a:t>
            </a:r>
          </a:p>
          <a:p>
            <a:r>
              <a:rPr lang="es-CO" sz="2000" dirty="0"/>
              <a:t>Esta directiva puede ayudar en diseños donde simulación hace parte importante del flujo de diseño</a:t>
            </a:r>
          </a:p>
        </p:txBody>
      </p:sp>
      <p:grpSp>
        <p:nvGrpSpPr>
          <p:cNvPr id="2057" name="Group 2056">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2058" name="Isosceles Triangle 2057">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50" name="Picture 2" descr="Initially, the Compile Mask directive is disabled, making the circuit ready for simulation. Roll over the image to show the Compile Mask directive enabled, thereby hiding the simulation sources from the design.">
            <a:extLst>
              <a:ext uri="{FF2B5EF4-FFF2-40B4-BE49-F238E27FC236}">
                <a16:creationId xmlns:a16="http://schemas.microsoft.com/office/drawing/2014/main" id="{1CE9DFFE-1AA5-48AC-A8B7-57E53B651BB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95320" y="1965053"/>
            <a:ext cx="6253212" cy="3997747"/>
          </a:xfrm>
          <a:prstGeom prst="rect">
            <a:avLst/>
          </a:prstGeom>
          <a:noFill/>
          <a:extLst>
            <a:ext uri="{909E8E84-426E-40DD-AFC4-6F175D3DCCD1}">
              <a14:hiddenFill xmlns:a14="http://schemas.microsoft.com/office/drawing/2010/main">
                <a:solidFill>
                  <a:srgbClr val="FFFFFF"/>
                </a:solidFill>
              </a14:hiddenFill>
            </a:ext>
          </a:extLst>
        </p:spPr>
      </p:pic>
      <p:grpSp>
        <p:nvGrpSpPr>
          <p:cNvPr id="2061" name="Group 2060">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2062" name="Rectangle 2061">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Isosceles Triangle 2062">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704975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24EF144-DA3D-47F8-A959-C7A9C8A4D515}"/>
              </a:ext>
            </a:extLst>
          </p:cNvPr>
          <p:cNvSpPr>
            <a:spLocks noGrp="1"/>
          </p:cNvSpPr>
          <p:nvPr>
            <p:ph type="title"/>
          </p:nvPr>
        </p:nvSpPr>
        <p:spPr>
          <a:xfrm>
            <a:off x="841248" y="548640"/>
            <a:ext cx="3600860" cy="5431536"/>
          </a:xfrm>
        </p:spPr>
        <p:txBody>
          <a:bodyPr>
            <a:normAutofit/>
          </a:bodyPr>
          <a:lstStyle/>
          <a:p>
            <a:r>
              <a:rPr lang="es-CO" sz="5000"/>
              <a:t>Directivas relacionadas al PCB</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C1C4EB84-4D54-46A5-8199-E3A85875627F}"/>
              </a:ext>
            </a:extLst>
          </p:cNvPr>
          <p:cNvSpPr>
            <a:spLocks noGrp="1"/>
          </p:cNvSpPr>
          <p:nvPr>
            <p:ph idx="1"/>
          </p:nvPr>
        </p:nvSpPr>
        <p:spPr>
          <a:xfrm>
            <a:off x="5126418" y="552091"/>
            <a:ext cx="6224335" cy="5431536"/>
          </a:xfrm>
        </p:spPr>
        <p:txBody>
          <a:bodyPr anchor="ctr">
            <a:normAutofit/>
          </a:bodyPr>
          <a:lstStyle/>
          <a:p>
            <a:r>
              <a:rPr lang="es-CO" sz="2200" dirty="0"/>
              <a:t>Permiten definir requisitos de enrutamiento y diseño directamente en el esquemático para elementos como alambres y buses</a:t>
            </a:r>
          </a:p>
          <a:p>
            <a:r>
              <a:rPr lang="es-CO" sz="2200" dirty="0"/>
              <a:t>La siguiente información puede ser especificada usando directivas de PCB</a:t>
            </a:r>
          </a:p>
          <a:p>
            <a:pPr lvl="1"/>
            <a:r>
              <a:rPr lang="es-CO" sz="2200" dirty="0"/>
              <a:t>Restricciones de trazado en el PCB</a:t>
            </a:r>
          </a:p>
          <a:p>
            <a:pPr lvl="1"/>
            <a:r>
              <a:rPr lang="es-CO" sz="2200" dirty="0"/>
              <a:t>Pares diferenciales</a:t>
            </a:r>
          </a:p>
          <a:p>
            <a:pPr lvl="1"/>
            <a:r>
              <a:rPr lang="es-CO" sz="2200" dirty="0"/>
              <a:t>Clases de red</a:t>
            </a:r>
          </a:p>
          <a:p>
            <a:r>
              <a:rPr lang="es-CO" sz="2200" dirty="0"/>
              <a:t>Estas directivas le permiten al ingeniero de diseño especificar restricciones de diseño explicitas y asegura que el esquemático contenga toda la información principal del diseño</a:t>
            </a:r>
          </a:p>
        </p:txBody>
      </p:sp>
      <p:sp>
        <p:nvSpPr>
          <p:cNvPr id="5" name="CuadroTexto 4">
            <a:extLst>
              <a:ext uri="{FF2B5EF4-FFF2-40B4-BE49-F238E27FC236}">
                <a16:creationId xmlns:a16="http://schemas.microsoft.com/office/drawing/2014/main" id="{B6F3EC62-CB72-6B4F-A0F1-DC5403AC5EDC}"/>
              </a:ext>
            </a:extLst>
          </p:cNvPr>
          <p:cNvSpPr txBox="1"/>
          <p:nvPr/>
        </p:nvSpPr>
        <p:spPr>
          <a:xfrm>
            <a:off x="1738004" y="5830421"/>
            <a:ext cx="8511313" cy="369332"/>
          </a:xfrm>
          <a:prstGeom prst="rect">
            <a:avLst/>
          </a:prstGeom>
          <a:noFill/>
        </p:spPr>
        <p:txBody>
          <a:bodyPr wrap="square">
            <a:spAutoFit/>
          </a:bodyPr>
          <a:lstStyle/>
          <a:p>
            <a:r>
              <a:rPr lang="es-CO" dirty="0"/>
              <a:t>https://www.altium.com/documentation/altium-designer/pcb-design-rule-types</a:t>
            </a:r>
          </a:p>
        </p:txBody>
      </p:sp>
    </p:spTree>
    <p:extLst>
      <p:ext uri="{BB962C8B-B14F-4D97-AF65-F5344CB8AC3E}">
        <p14:creationId xmlns:p14="http://schemas.microsoft.com/office/powerpoint/2010/main" val="4046540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BA513B0-82FF-4F41-8178-885375D1C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n 4">
            <a:extLst>
              <a:ext uri="{FF2B5EF4-FFF2-40B4-BE49-F238E27FC236}">
                <a16:creationId xmlns:a16="http://schemas.microsoft.com/office/drawing/2014/main" id="{89D247DF-5E57-406D-B564-36DCF0464B91}"/>
              </a:ext>
            </a:extLst>
          </p:cNvPr>
          <p:cNvPicPr>
            <a:picLocks noChangeAspect="1"/>
          </p:cNvPicPr>
          <p:nvPr/>
        </p:nvPicPr>
        <p:blipFill rotWithShape="1">
          <a:blip r:embed="rId2"/>
          <a:srcRect r="-1" b="2139"/>
          <a:stretch/>
        </p:blipFill>
        <p:spPr>
          <a:xfrm>
            <a:off x="2133600" y="69181"/>
            <a:ext cx="8105742" cy="3093598"/>
          </a:xfrm>
          <a:prstGeom prst="rect">
            <a:avLst/>
          </a:prstGeom>
        </p:spPr>
      </p:pic>
      <p:grpSp>
        <p:nvGrpSpPr>
          <p:cNvPr id="12" name="Group 11">
            <a:extLst>
              <a:ext uri="{FF2B5EF4-FFF2-40B4-BE49-F238E27FC236}">
                <a16:creationId xmlns:a16="http://schemas.microsoft.com/office/drawing/2014/main" id="{93DB8501-F9F2-4ACD-B56A-9019CD5006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2987478"/>
            <a:ext cx="12228128" cy="1828800"/>
            <a:chOff x="-305" y="2987478"/>
            <a:chExt cx="12188952" cy="1828800"/>
          </a:xfrm>
        </p:grpSpPr>
        <p:sp>
          <p:nvSpPr>
            <p:cNvPr id="13" name="Freeform: Shape 12">
              <a:extLst>
                <a:ext uri="{FF2B5EF4-FFF2-40B4-BE49-F238E27FC236}">
                  <a16:creationId xmlns:a16="http://schemas.microsoft.com/office/drawing/2014/main" id="{DD03A94A-ADF5-4334-86B1-DBA5F70ACD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2987478"/>
              <a:ext cx="12188952" cy="1099712"/>
            </a:xfrm>
            <a:custGeom>
              <a:avLst/>
              <a:gdLst>
                <a:gd name="connsiteX0" fmla="*/ 9182100 w 9182100"/>
                <a:gd name="connsiteY0" fmla="*/ 396420 h 932744"/>
                <a:gd name="connsiteX1" fmla="*/ 9103805 w 9182100"/>
                <a:gd name="connsiteY1" fmla="*/ 392229 h 932744"/>
                <a:gd name="connsiteX2" fmla="*/ 8712422 w 9182100"/>
                <a:gd name="connsiteY2" fmla="*/ 359749 h 932744"/>
                <a:gd name="connsiteX3" fmla="*/ 8322755 w 9182100"/>
                <a:gd name="connsiteY3" fmla="*/ 313362 h 932744"/>
                <a:gd name="connsiteX4" fmla="*/ 8134826 w 9182100"/>
                <a:gd name="connsiteY4" fmla="*/ 283930 h 932744"/>
                <a:gd name="connsiteX5" fmla="*/ 8090916 w 9182100"/>
                <a:gd name="connsiteY5" fmla="*/ 275643 h 932744"/>
                <a:gd name="connsiteX6" fmla="*/ 8069485 w 9182100"/>
                <a:gd name="connsiteY6" fmla="*/ 271262 h 932744"/>
                <a:gd name="connsiteX7" fmla="*/ 8041862 w 9182100"/>
                <a:gd name="connsiteY7" fmla="*/ 266595 h 932744"/>
                <a:gd name="connsiteX8" fmla="*/ 7986903 w 9182100"/>
                <a:gd name="connsiteY8" fmla="*/ 257546 h 932744"/>
                <a:gd name="connsiteX9" fmla="*/ 7934230 w 9182100"/>
                <a:gd name="connsiteY9" fmla="*/ 249640 h 932744"/>
                <a:gd name="connsiteX10" fmla="*/ 7727537 w 9182100"/>
                <a:gd name="connsiteY10" fmla="*/ 221922 h 932744"/>
                <a:gd name="connsiteX11" fmla="*/ 7625239 w 9182100"/>
                <a:gd name="connsiteY11" fmla="*/ 209730 h 932744"/>
                <a:gd name="connsiteX12" fmla="*/ 7523227 w 9182100"/>
                <a:gd name="connsiteY12" fmla="*/ 198110 h 932744"/>
                <a:gd name="connsiteX13" fmla="*/ 7115651 w 9182100"/>
                <a:gd name="connsiteY13" fmla="*/ 158010 h 932744"/>
                <a:gd name="connsiteX14" fmla="*/ 6706839 w 9182100"/>
                <a:gd name="connsiteY14" fmla="*/ 126958 h 932744"/>
                <a:gd name="connsiteX15" fmla="*/ 6604064 w 9182100"/>
                <a:gd name="connsiteY15" fmla="*/ 120862 h 932744"/>
                <a:gd name="connsiteX16" fmla="*/ 6501003 w 9182100"/>
                <a:gd name="connsiteY16" fmla="*/ 115338 h 932744"/>
                <a:gd name="connsiteX17" fmla="*/ 6397467 w 9182100"/>
                <a:gd name="connsiteY17" fmla="*/ 110385 h 932744"/>
                <a:gd name="connsiteX18" fmla="*/ 6293168 w 9182100"/>
                <a:gd name="connsiteY18" fmla="*/ 106860 h 932744"/>
                <a:gd name="connsiteX19" fmla="*/ 6079712 w 9182100"/>
                <a:gd name="connsiteY19" fmla="*/ 103908 h 932744"/>
                <a:gd name="connsiteX20" fmla="*/ 6024563 w 9182100"/>
                <a:gd name="connsiteY20" fmla="*/ 104479 h 932744"/>
                <a:gd name="connsiteX21" fmla="*/ 5968080 w 9182100"/>
                <a:gd name="connsiteY21" fmla="*/ 106479 h 932744"/>
                <a:gd name="connsiteX22" fmla="*/ 5855875 w 9182100"/>
                <a:gd name="connsiteY22" fmla="*/ 113242 h 932744"/>
                <a:gd name="connsiteX23" fmla="*/ 5439251 w 9182100"/>
                <a:gd name="connsiteY23" fmla="*/ 160105 h 932744"/>
                <a:gd name="connsiteX24" fmla="*/ 5075396 w 9182100"/>
                <a:gd name="connsiteY24" fmla="*/ 186585 h 932744"/>
                <a:gd name="connsiteX25" fmla="*/ 4712780 w 9182100"/>
                <a:gd name="connsiteY25" fmla="*/ 171249 h 932744"/>
                <a:gd name="connsiteX26" fmla="*/ 4666679 w 9182100"/>
                <a:gd name="connsiteY26" fmla="*/ 166773 h 932744"/>
                <a:gd name="connsiteX27" fmla="*/ 4620292 w 9182100"/>
                <a:gd name="connsiteY27" fmla="*/ 161629 h 932744"/>
                <a:gd name="connsiteX28" fmla="*/ 4573810 w 9182100"/>
                <a:gd name="connsiteY28" fmla="*/ 156009 h 932744"/>
                <a:gd name="connsiteX29" fmla="*/ 4550569 w 9182100"/>
                <a:gd name="connsiteY29" fmla="*/ 153057 h 932744"/>
                <a:gd name="connsiteX30" fmla="*/ 4538948 w 9182100"/>
                <a:gd name="connsiteY30" fmla="*/ 151628 h 932744"/>
                <a:gd name="connsiteX31" fmla="*/ 4526566 w 9182100"/>
                <a:gd name="connsiteY31" fmla="*/ 149913 h 932744"/>
                <a:gd name="connsiteX32" fmla="*/ 4327779 w 9182100"/>
                <a:gd name="connsiteY32" fmla="*/ 122862 h 932744"/>
                <a:gd name="connsiteX33" fmla="*/ 3929729 w 9182100"/>
                <a:gd name="connsiteY33" fmla="*/ 68189 h 932744"/>
                <a:gd name="connsiteX34" fmla="*/ 3729133 w 9182100"/>
                <a:gd name="connsiteY34" fmla="*/ 41900 h 932744"/>
                <a:gd name="connsiteX35" fmla="*/ 3628930 w 9182100"/>
                <a:gd name="connsiteY35" fmla="*/ 28946 h 932744"/>
                <a:gd name="connsiteX36" fmla="*/ 3573399 w 9182100"/>
                <a:gd name="connsiteY36" fmla="*/ 22278 h 932744"/>
                <a:gd name="connsiteX37" fmla="*/ 3516916 w 9182100"/>
                <a:gd name="connsiteY37" fmla="*/ 16468 h 932744"/>
                <a:gd name="connsiteX38" fmla="*/ 3074670 w 9182100"/>
                <a:gd name="connsiteY38" fmla="*/ 752 h 932744"/>
                <a:gd name="connsiteX39" fmla="*/ 2858738 w 9182100"/>
                <a:gd name="connsiteY39" fmla="*/ 8753 h 932744"/>
                <a:gd name="connsiteX40" fmla="*/ 2645474 w 9182100"/>
                <a:gd name="connsiteY40" fmla="*/ 25326 h 932744"/>
                <a:gd name="connsiteX41" fmla="*/ 1810798 w 9182100"/>
                <a:gd name="connsiteY41" fmla="*/ 158010 h 932744"/>
                <a:gd name="connsiteX42" fmla="*/ 1602772 w 9182100"/>
                <a:gd name="connsiteY42" fmla="*/ 208111 h 932744"/>
                <a:gd name="connsiteX43" fmla="*/ 1548860 w 9182100"/>
                <a:gd name="connsiteY43" fmla="*/ 222780 h 932744"/>
                <a:gd name="connsiteX44" fmla="*/ 1501331 w 9182100"/>
                <a:gd name="connsiteY44" fmla="*/ 236115 h 932744"/>
                <a:gd name="connsiteX45" fmla="*/ 1411224 w 9182100"/>
                <a:gd name="connsiteY45" fmla="*/ 260880 h 932744"/>
                <a:gd name="connsiteX46" fmla="*/ 1050893 w 9182100"/>
                <a:gd name="connsiteY46" fmla="*/ 338032 h 932744"/>
                <a:gd name="connsiteX47" fmla="*/ 871252 w 9182100"/>
                <a:gd name="connsiteY47" fmla="*/ 360511 h 932744"/>
                <a:gd name="connsiteX48" fmla="*/ 781812 w 9182100"/>
                <a:gd name="connsiteY48" fmla="*/ 366512 h 932744"/>
                <a:gd name="connsiteX49" fmla="*/ 692563 w 9182100"/>
                <a:gd name="connsiteY49" fmla="*/ 369655 h 932744"/>
                <a:gd name="connsiteX50" fmla="*/ 515017 w 9182100"/>
                <a:gd name="connsiteY50" fmla="*/ 363940 h 932744"/>
                <a:gd name="connsiteX51" fmla="*/ 337661 w 9182100"/>
                <a:gd name="connsiteY51" fmla="*/ 341937 h 932744"/>
                <a:gd name="connsiteX52" fmla="*/ 156972 w 9182100"/>
                <a:gd name="connsiteY52" fmla="*/ 303456 h 932744"/>
                <a:gd name="connsiteX53" fmla="*/ 0 w 9182100"/>
                <a:gd name="connsiteY53" fmla="*/ 261642 h 932744"/>
                <a:gd name="connsiteX54" fmla="*/ 0 w 9182100"/>
                <a:gd name="connsiteY54" fmla="*/ 713412 h 932744"/>
                <a:gd name="connsiteX55" fmla="*/ 9144 w 9182100"/>
                <a:gd name="connsiteY55" fmla="*/ 717699 h 932744"/>
                <a:gd name="connsiteX56" fmla="*/ 213360 w 9182100"/>
                <a:gd name="connsiteY56" fmla="*/ 801042 h 932744"/>
                <a:gd name="connsiteX57" fmla="*/ 653510 w 9182100"/>
                <a:gd name="connsiteY57" fmla="*/ 908199 h 932744"/>
                <a:gd name="connsiteX58" fmla="*/ 1101947 w 9182100"/>
                <a:gd name="connsiteY58" fmla="*/ 930773 h 932744"/>
                <a:gd name="connsiteX59" fmla="*/ 1540002 w 9182100"/>
                <a:gd name="connsiteY59" fmla="*/ 889434 h 932744"/>
                <a:gd name="connsiteX60" fmla="*/ 1647158 w 9182100"/>
                <a:gd name="connsiteY60" fmla="*/ 871242 h 932744"/>
                <a:gd name="connsiteX61" fmla="*/ 1698117 w 9182100"/>
                <a:gd name="connsiteY61" fmla="*/ 862193 h 932744"/>
                <a:gd name="connsiteX62" fmla="*/ 1742789 w 9182100"/>
                <a:gd name="connsiteY62" fmla="*/ 854668 h 932744"/>
                <a:gd name="connsiteX63" fmla="*/ 1931003 w 9182100"/>
                <a:gd name="connsiteY63" fmla="*/ 826950 h 932744"/>
                <a:gd name="connsiteX64" fmla="*/ 2314861 w 9182100"/>
                <a:gd name="connsiteY64" fmla="*/ 783897 h 932744"/>
                <a:gd name="connsiteX65" fmla="*/ 2506885 w 9182100"/>
                <a:gd name="connsiteY65" fmla="*/ 768086 h 932744"/>
                <a:gd name="connsiteX66" fmla="*/ 2602611 w 9182100"/>
                <a:gd name="connsiteY66" fmla="*/ 762085 h 932744"/>
                <a:gd name="connsiteX67" fmla="*/ 2698052 w 9182100"/>
                <a:gd name="connsiteY67" fmla="*/ 756846 h 932744"/>
                <a:gd name="connsiteX68" fmla="*/ 2887980 w 9182100"/>
                <a:gd name="connsiteY68" fmla="*/ 750846 h 932744"/>
                <a:gd name="connsiteX69" fmla="*/ 3075813 w 9182100"/>
                <a:gd name="connsiteY69" fmla="*/ 750179 h 932744"/>
                <a:gd name="connsiteX70" fmla="*/ 3168587 w 9182100"/>
                <a:gd name="connsiteY70" fmla="*/ 752751 h 932744"/>
                <a:gd name="connsiteX71" fmla="*/ 3260408 w 9182100"/>
                <a:gd name="connsiteY71" fmla="*/ 756656 h 932744"/>
                <a:gd name="connsiteX72" fmla="*/ 3440049 w 9182100"/>
                <a:gd name="connsiteY72" fmla="*/ 771610 h 932744"/>
                <a:gd name="connsiteX73" fmla="*/ 3483864 w 9182100"/>
                <a:gd name="connsiteY73" fmla="*/ 776849 h 932744"/>
                <a:gd name="connsiteX74" fmla="*/ 3528536 w 9182100"/>
                <a:gd name="connsiteY74" fmla="*/ 782469 h 932744"/>
                <a:gd name="connsiteX75" fmla="*/ 3628549 w 9182100"/>
                <a:gd name="connsiteY75" fmla="*/ 796089 h 932744"/>
                <a:gd name="connsiteX76" fmla="*/ 3828574 w 9182100"/>
                <a:gd name="connsiteY76" fmla="*/ 823140 h 932744"/>
                <a:gd name="connsiteX77" fmla="*/ 4231196 w 9182100"/>
                <a:gd name="connsiteY77" fmla="*/ 874099 h 932744"/>
                <a:gd name="connsiteX78" fmla="*/ 4433126 w 9182100"/>
                <a:gd name="connsiteY78" fmla="*/ 897435 h 932744"/>
                <a:gd name="connsiteX79" fmla="*/ 4485990 w 9182100"/>
                <a:gd name="connsiteY79" fmla="*/ 903246 h 932744"/>
                <a:gd name="connsiteX80" fmla="*/ 4539806 w 9182100"/>
                <a:gd name="connsiteY80" fmla="*/ 908961 h 932744"/>
                <a:gd name="connsiteX81" fmla="*/ 4593908 w 9182100"/>
                <a:gd name="connsiteY81" fmla="*/ 914199 h 932744"/>
                <a:gd name="connsiteX82" fmla="*/ 4648296 w 9182100"/>
                <a:gd name="connsiteY82" fmla="*/ 918771 h 932744"/>
                <a:gd name="connsiteX83" fmla="*/ 5092446 w 9182100"/>
                <a:gd name="connsiteY83" fmla="*/ 931154 h 932744"/>
                <a:gd name="connsiteX84" fmla="*/ 5533168 w 9182100"/>
                <a:gd name="connsiteY84" fmla="*/ 891816 h 932744"/>
                <a:gd name="connsiteX85" fmla="*/ 5918169 w 9182100"/>
                <a:gd name="connsiteY85" fmla="*/ 840666 h 932744"/>
                <a:gd name="connsiteX86" fmla="*/ 6007323 w 9182100"/>
                <a:gd name="connsiteY86" fmla="*/ 833237 h 932744"/>
                <a:gd name="connsiteX87" fmla="*/ 6051709 w 9182100"/>
                <a:gd name="connsiteY87" fmla="*/ 830570 h 932744"/>
                <a:gd name="connsiteX88" fmla="*/ 6097429 w 9182100"/>
                <a:gd name="connsiteY88" fmla="*/ 828379 h 932744"/>
                <a:gd name="connsiteX89" fmla="*/ 6287834 w 9182100"/>
                <a:gd name="connsiteY89" fmla="*/ 822569 h 932744"/>
                <a:gd name="connsiteX90" fmla="*/ 6681597 w 9182100"/>
                <a:gd name="connsiteY90" fmla="*/ 821235 h 932744"/>
                <a:gd name="connsiteX91" fmla="*/ 7079647 w 9182100"/>
                <a:gd name="connsiteY91" fmla="*/ 826569 h 932744"/>
                <a:gd name="connsiteX92" fmla="*/ 7478173 w 9182100"/>
                <a:gd name="connsiteY92" fmla="*/ 836094 h 932744"/>
                <a:gd name="connsiteX93" fmla="*/ 7871937 w 9182100"/>
                <a:gd name="connsiteY93" fmla="*/ 851430 h 932744"/>
                <a:gd name="connsiteX94" fmla="*/ 7919657 w 9182100"/>
                <a:gd name="connsiteY94" fmla="*/ 854097 h 932744"/>
                <a:gd name="connsiteX95" fmla="*/ 7964901 w 9182100"/>
                <a:gd name="connsiteY95" fmla="*/ 857240 h 932744"/>
                <a:gd name="connsiteX96" fmla="*/ 8015955 w 9182100"/>
                <a:gd name="connsiteY96" fmla="*/ 861050 h 932744"/>
                <a:gd name="connsiteX97" fmla="*/ 8072247 w 9182100"/>
                <a:gd name="connsiteY97" fmla="*/ 864384 h 932744"/>
                <a:gd name="connsiteX98" fmla="*/ 8286750 w 9182100"/>
                <a:gd name="connsiteY98" fmla="*/ 868384 h 932744"/>
                <a:gd name="connsiteX99" fmla="*/ 8704040 w 9182100"/>
                <a:gd name="connsiteY99" fmla="*/ 853716 h 932744"/>
                <a:gd name="connsiteX100" fmla="*/ 9120188 w 9182100"/>
                <a:gd name="connsiteY100" fmla="*/ 814092 h 932744"/>
                <a:gd name="connsiteX101" fmla="*/ 9181909 w 9182100"/>
                <a:gd name="connsiteY101" fmla="*/ 805519 h 932744"/>
                <a:gd name="connsiteX102" fmla="*/ 9181909 w 9182100"/>
                <a:gd name="connsiteY102" fmla="*/ 396420 h 93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9182100" h="932744">
                  <a:moveTo>
                    <a:pt x="9182100" y="396420"/>
                  </a:moveTo>
                  <a:cubicBezTo>
                    <a:pt x="9156097" y="395182"/>
                    <a:pt x="9129999" y="393753"/>
                    <a:pt x="9103805" y="392229"/>
                  </a:cubicBezTo>
                  <a:cubicBezTo>
                    <a:pt x="8974169" y="384419"/>
                    <a:pt x="8843105" y="372989"/>
                    <a:pt x="8712422" y="359749"/>
                  </a:cubicBezTo>
                  <a:cubicBezTo>
                    <a:pt x="8581739" y="346319"/>
                    <a:pt x="8451056" y="331269"/>
                    <a:pt x="8322755" y="313362"/>
                  </a:cubicBezTo>
                  <a:cubicBezTo>
                    <a:pt x="8258747" y="304695"/>
                    <a:pt x="8195120" y="294979"/>
                    <a:pt x="8134826" y="283930"/>
                  </a:cubicBezTo>
                  <a:cubicBezTo>
                    <a:pt x="8119872" y="281168"/>
                    <a:pt x="8105013" y="278501"/>
                    <a:pt x="8090916" y="275643"/>
                  </a:cubicBezTo>
                  <a:lnTo>
                    <a:pt x="8069485" y="271262"/>
                  </a:lnTo>
                  <a:lnTo>
                    <a:pt x="8041862" y="266595"/>
                  </a:lnTo>
                  <a:cubicBezTo>
                    <a:pt x="8023574" y="263547"/>
                    <a:pt x="8004524" y="260213"/>
                    <a:pt x="7986903" y="257546"/>
                  </a:cubicBezTo>
                  <a:lnTo>
                    <a:pt x="7934230" y="249640"/>
                  </a:lnTo>
                  <a:cubicBezTo>
                    <a:pt x="7864221" y="239258"/>
                    <a:pt x="7795832" y="230209"/>
                    <a:pt x="7727537" y="221922"/>
                  </a:cubicBezTo>
                  <a:lnTo>
                    <a:pt x="7625239" y="209730"/>
                  </a:lnTo>
                  <a:lnTo>
                    <a:pt x="7523227" y="198110"/>
                  </a:lnTo>
                  <a:cubicBezTo>
                    <a:pt x="7387209" y="183060"/>
                    <a:pt x="7251573" y="170392"/>
                    <a:pt x="7115651" y="158010"/>
                  </a:cubicBezTo>
                  <a:cubicBezTo>
                    <a:pt x="6979730" y="146580"/>
                    <a:pt x="6843522" y="135721"/>
                    <a:pt x="6706839" y="126958"/>
                  </a:cubicBezTo>
                  <a:lnTo>
                    <a:pt x="6604064" y="120862"/>
                  </a:lnTo>
                  <a:cubicBezTo>
                    <a:pt x="6569869" y="118767"/>
                    <a:pt x="6535484" y="116862"/>
                    <a:pt x="6501003" y="115338"/>
                  </a:cubicBezTo>
                  <a:lnTo>
                    <a:pt x="6397467" y="110385"/>
                  </a:lnTo>
                  <a:lnTo>
                    <a:pt x="6293168" y="106860"/>
                  </a:lnTo>
                  <a:cubicBezTo>
                    <a:pt x="6222969" y="105146"/>
                    <a:pt x="6152769" y="103527"/>
                    <a:pt x="6079712" y="103908"/>
                  </a:cubicBezTo>
                  <a:cubicBezTo>
                    <a:pt x="6061710" y="103908"/>
                    <a:pt x="6043708" y="103812"/>
                    <a:pt x="6024563" y="104479"/>
                  </a:cubicBezTo>
                  <a:cubicBezTo>
                    <a:pt x="6005703" y="104955"/>
                    <a:pt x="5986844" y="105527"/>
                    <a:pt x="5968080" y="106479"/>
                  </a:cubicBezTo>
                  <a:cubicBezTo>
                    <a:pt x="5930456" y="108003"/>
                    <a:pt x="5893023" y="110385"/>
                    <a:pt x="5855875" y="113242"/>
                  </a:cubicBezTo>
                  <a:cubicBezTo>
                    <a:pt x="5706904" y="124577"/>
                    <a:pt x="5565934" y="145151"/>
                    <a:pt x="5439251" y="160105"/>
                  </a:cubicBezTo>
                  <a:cubicBezTo>
                    <a:pt x="5311902" y="175536"/>
                    <a:pt x="5194745" y="184680"/>
                    <a:pt x="5075396" y="186585"/>
                  </a:cubicBezTo>
                  <a:cubicBezTo>
                    <a:pt x="4956429" y="188490"/>
                    <a:pt x="4835748" y="182775"/>
                    <a:pt x="4712780" y="171249"/>
                  </a:cubicBezTo>
                  <a:lnTo>
                    <a:pt x="4666679" y="166773"/>
                  </a:lnTo>
                  <a:lnTo>
                    <a:pt x="4620292" y="161629"/>
                  </a:lnTo>
                  <a:cubicBezTo>
                    <a:pt x="4604862" y="160010"/>
                    <a:pt x="4589336" y="157914"/>
                    <a:pt x="4573810" y="156009"/>
                  </a:cubicBezTo>
                  <a:lnTo>
                    <a:pt x="4550569" y="153057"/>
                  </a:lnTo>
                  <a:lnTo>
                    <a:pt x="4538948" y="151628"/>
                  </a:lnTo>
                  <a:lnTo>
                    <a:pt x="4526566" y="149913"/>
                  </a:lnTo>
                  <a:lnTo>
                    <a:pt x="4327779" y="122862"/>
                  </a:lnTo>
                  <a:lnTo>
                    <a:pt x="3929729" y="68189"/>
                  </a:lnTo>
                  <a:lnTo>
                    <a:pt x="3729133" y="41900"/>
                  </a:lnTo>
                  <a:lnTo>
                    <a:pt x="3628930" y="28946"/>
                  </a:lnTo>
                  <a:lnTo>
                    <a:pt x="3573399" y="22278"/>
                  </a:lnTo>
                  <a:cubicBezTo>
                    <a:pt x="3554445" y="19992"/>
                    <a:pt x="3535585" y="17992"/>
                    <a:pt x="3516916" y="16468"/>
                  </a:cubicBezTo>
                  <a:cubicBezTo>
                    <a:pt x="3366611" y="2752"/>
                    <a:pt x="3219736" y="-2010"/>
                    <a:pt x="3074670" y="752"/>
                  </a:cubicBezTo>
                  <a:cubicBezTo>
                    <a:pt x="3002280" y="2181"/>
                    <a:pt x="2930176" y="4467"/>
                    <a:pt x="2858738" y="8753"/>
                  </a:cubicBezTo>
                  <a:cubicBezTo>
                    <a:pt x="2787206" y="13039"/>
                    <a:pt x="2716149" y="18754"/>
                    <a:pt x="2645474" y="25326"/>
                  </a:cubicBezTo>
                  <a:cubicBezTo>
                    <a:pt x="2362581" y="52473"/>
                    <a:pt x="2085975" y="97145"/>
                    <a:pt x="1810798" y="158010"/>
                  </a:cubicBezTo>
                  <a:cubicBezTo>
                    <a:pt x="1741837" y="173345"/>
                    <a:pt x="1673066" y="189442"/>
                    <a:pt x="1602772" y="208111"/>
                  </a:cubicBezTo>
                  <a:lnTo>
                    <a:pt x="1548860" y="222780"/>
                  </a:lnTo>
                  <a:lnTo>
                    <a:pt x="1501331" y="236115"/>
                  </a:lnTo>
                  <a:cubicBezTo>
                    <a:pt x="1471327" y="244497"/>
                    <a:pt x="1441228" y="253450"/>
                    <a:pt x="1411224" y="260880"/>
                  </a:cubicBezTo>
                  <a:cubicBezTo>
                    <a:pt x="1291209" y="293074"/>
                    <a:pt x="1170813" y="318982"/>
                    <a:pt x="1050893" y="338032"/>
                  </a:cubicBezTo>
                  <a:cubicBezTo>
                    <a:pt x="990790" y="347557"/>
                    <a:pt x="931069" y="354796"/>
                    <a:pt x="871252" y="360511"/>
                  </a:cubicBezTo>
                  <a:cubicBezTo>
                    <a:pt x="841438" y="362702"/>
                    <a:pt x="811530" y="365559"/>
                    <a:pt x="781812" y="366512"/>
                  </a:cubicBezTo>
                  <a:cubicBezTo>
                    <a:pt x="751904" y="368512"/>
                    <a:pt x="722376" y="368893"/>
                    <a:pt x="692563" y="369655"/>
                  </a:cubicBezTo>
                  <a:cubicBezTo>
                    <a:pt x="633222" y="370036"/>
                    <a:pt x="574167" y="368131"/>
                    <a:pt x="515017" y="363940"/>
                  </a:cubicBezTo>
                  <a:cubicBezTo>
                    <a:pt x="455867" y="359749"/>
                    <a:pt x="397097" y="351748"/>
                    <a:pt x="337661" y="341937"/>
                  </a:cubicBezTo>
                  <a:cubicBezTo>
                    <a:pt x="278225" y="331936"/>
                    <a:pt x="218599" y="318696"/>
                    <a:pt x="156972" y="303456"/>
                  </a:cubicBezTo>
                  <a:cubicBezTo>
                    <a:pt x="106680" y="290883"/>
                    <a:pt x="55150" y="276405"/>
                    <a:pt x="0" y="261642"/>
                  </a:cubicBezTo>
                  <a:lnTo>
                    <a:pt x="0" y="713412"/>
                  </a:lnTo>
                  <a:cubicBezTo>
                    <a:pt x="3048" y="714841"/>
                    <a:pt x="6096" y="716270"/>
                    <a:pt x="9144" y="717699"/>
                  </a:cubicBezTo>
                  <a:cubicBezTo>
                    <a:pt x="74295" y="747798"/>
                    <a:pt x="142875" y="775896"/>
                    <a:pt x="213360" y="801042"/>
                  </a:cubicBezTo>
                  <a:cubicBezTo>
                    <a:pt x="354521" y="851715"/>
                    <a:pt x="503873" y="887244"/>
                    <a:pt x="653510" y="908199"/>
                  </a:cubicBezTo>
                  <a:cubicBezTo>
                    <a:pt x="803338" y="928773"/>
                    <a:pt x="953929" y="935631"/>
                    <a:pt x="1101947" y="930773"/>
                  </a:cubicBezTo>
                  <a:cubicBezTo>
                    <a:pt x="1250252" y="926582"/>
                    <a:pt x="1396365" y="911437"/>
                    <a:pt x="1540002" y="889434"/>
                  </a:cubicBezTo>
                  <a:cubicBezTo>
                    <a:pt x="1576197" y="884386"/>
                    <a:pt x="1611535" y="877433"/>
                    <a:pt x="1647158" y="871242"/>
                  </a:cubicBezTo>
                  <a:lnTo>
                    <a:pt x="1698117" y="862193"/>
                  </a:lnTo>
                  <a:lnTo>
                    <a:pt x="1742789" y="854668"/>
                  </a:lnTo>
                  <a:cubicBezTo>
                    <a:pt x="1804035" y="845048"/>
                    <a:pt x="1867472" y="835428"/>
                    <a:pt x="1931003" y="826950"/>
                  </a:cubicBezTo>
                  <a:cubicBezTo>
                    <a:pt x="2058353" y="810282"/>
                    <a:pt x="2186750" y="795327"/>
                    <a:pt x="2314861" y="783897"/>
                  </a:cubicBezTo>
                  <a:cubicBezTo>
                    <a:pt x="2378964" y="778087"/>
                    <a:pt x="2442972" y="772467"/>
                    <a:pt x="2506885" y="768086"/>
                  </a:cubicBezTo>
                  <a:cubicBezTo>
                    <a:pt x="2538794" y="765990"/>
                    <a:pt x="2570798" y="763800"/>
                    <a:pt x="2602611" y="762085"/>
                  </a:cubicBezTo>
                  <a:cubicBezTo>
                    <a:pt x="2634520" y="760180"/>
                    <a:pt x="2666333" y="758370"/>
                    <a:pt x="2698052" y="756846"/>
                  </a:cubicBezTo>
                  <a:cubicBezTo>
                    <a:pt x="2761583" y="753894"/>
                    <a:pt x="2825020" y="751703"/>
                    <a:pt x="2887980" y="750846"/>
                  </a:cubicBezTo>
                  <a:cubicBezTo>
                    <a:pt x="2951036" y="749417"/>
                    <a:pt x="3013615" y="749322"/>
                    <a:pt x="3075813" y="750179"/>
                  </a:cubicBezTo>
                  <a:cubicBezTo>
                    <a:pt x="3106865" y="750846"/>
                    <a:pt x="3137916" y="751417"/>
                    <a:pt x="3168587" y="752751"/>
                  </a:cubicBezTo>
                  <a:cubicBezTo>
                    <a:pt x="3199448" y="753703"/>
                    <a:pt x="3229928" y="755227"/>
                    <a:pt x="3260408" y="756656"/>
                  </a:cubicBezTo>
                  <a:cubicBezTo>
                    <a:pt x="3320987" y="760466"/>
                    <a:pt x="3381470" y="764562"/>
                    <a:pt x="3440049" y="771610"/>
                  </a:cubicBezTo>
                  <a:cubicBezTo>
                    <a:pt x="3454908" y="773039"/>
                    <a:pt x="3469386" y="775039"/>
                    <a:pt x="3483864" y="776849"/>
                  </a:cubicBezTo>
                  <a:lnTo>
                    <a:pt x="3528536" y="782469"/>
                  </a:lnTo>
                  <a:lnTo>
                    <a:pt x="3628549" y="796089"/>
                  </a:lnTo>
                  <a:lnTo>
                    <a:pt x="3828574" y="823140"/>
                  </a:lnTo>
                  <a:cubicBezTo>
                    <a:pt x="3962019" y="840190"/>
                    <a:pt x="4095750" y="858573"/>
                    <a:pt x="4231196" y="874099"/>
                  </a:cubicBezTo>
                  <a:lnTo>
                    <a:pt x="4433126" y="897435"/>
                  </a:lnTo>
                  <a:lnTo>
                    <a:pt x="4485990" y="903246"/>
                  </a:lnTo>
                  <a:cubicBezTo>
                    <a:pt x="4503897" y="905151"/>
                    <a:pt x="4521708" y="907341"/>
                    <a:pt x="4539806" y="908961"/>
                  </a:cubicBezTo>
                  <a:lnTo>
                    <a:pt x="4593908" y="914199"/>
                  </a:lnTo>
                  <a:lnTo>
                    <a:pt x="4648296" y="918771"/>
                  </a:lnTo>
                  <a:cubicBezTo>
                    <a:pt x="4793456" y="930392"/>
                    <a:pt x="4942237" y="935631"/>
                    <a:pt x="5092446" y="931154"/>
                  </a:cubicBezTo>
                  <a:cubicBezTo>
                    <a:pt x="5242274" y="927249"/>
                    <a:pt x="5393627" y="911437"/>
                    <a:pt x="5533168" y="891816"/>
                  </a:cubicBezTo>
                  <a:cubicBezTo>
                    <a:pt x="5673471" y="872289"/>
                    <a:pt x="5798820" y="851906"/>
                    <a:pt x="5918169" y="840666"/>
                  </a:cubicBezTo>
                  <a:cubicBezTo>
                    <a:pt x="5948077" y="837809"/>
                    <a:pt x="5977795" y="835237"/>
                    <a:pt x="6007323" y="833237"/>
                  </a:cubicBezTo>
                  <a:cubicBezTo>
                    <a:pt x="6022086" y="832094"/>
                    <a:pt x="6036945" y="831332"/>
                    <a:pt x="6051709" y="830570"/>
                  </a:cubicBezTo>
                  <a:lnTo>
                    <a:pt x="6097429" y="828379"/>
                  </a:lnTo>
                  <a:cubicBezTo>
                    <a:pt x="6158960" y="825236"/>
                    <a:pt x="6223445" y="823807"/>
                    <a:pt x="6287834" y="822569"/>
                  </a:cubicBezTo>
                  <a:cubicBezTo>
                    <a:pt x="6417374" y="820664"/>
                    <a:pt x="6549485" y="820188"/>
                    <a:pt x="6681597" y="821235"/>
                  </a:cubicBezTo>
                  <a:cubicBezTo>
                    <a:pt x="6813899" y="822378"/>
                    <a:pt x="6946773" y="823617"/>
                    <a:pt x="7079647" y="826569"/>
                  </a:cubicBezTo>
                  <a:cubicBezTo>
                    <a:pt x="7212520" y="828951"/>
                    <a:pt x="7345585" y="831903"/>
                    <a:pt x="7478173" y="836094"/>
                  </a:cubicBezTo>
                  <a:cubicBezTo>
                    <a:pt x="7610475" y="839714"/>
                    <a:pt x="7743539" y="844953"/>
                    <a:pt x="7871937" y="851430"/>
                  </a:cubicBezTo>
                  <a:lnTo>
                    <a:pt x="7919657" y="854097"/>
                  </a:lnTo>
                  <a:cubicBezTo>
                    <a:pt x="7935564" y="854954"/>
                    <a:pt x="7949756" y="856192"/>
                    <a:pt x="7964901" y="857240"/>
                  </a:cubicBezTo>
                  <a:lnTo>
                    <a:pt x="8015955" y="861050"/>
                  </a:lnTo>
                  <a:cubicBezTo>
                    <a:pt x="8035195" y="862383"/>
                    <a:pt x="8053769" y="863622"/>
                    <a:pt x="8072247" y="864384"/>
                  </a:cubicBezTo>
                  <a:cubicBezTo>
                    <a:pt x="8145780" y="867527"/>
                    <a:pt x="8216456" y="868479"/>
                    <a:pt x="8286750" y="868384"/>
                  </a:cubicBezTo>
                  <a:cubicBezTo>
                    <a:pt x="8427148" y="867527"/>
                    <a:pt x="8565452" y="862574"/>
                    <a:pt x="8704040" y="853716"/>
                  </a:cubicBezTo>
                  <a:cubicBezTo>
                    <a:pt x="8842534" y="844762"/>
                    <a:pt x="8980741" y="832284"/>
                    <a:pt x="9120188" y="814092"/>
                  </a:cubicBezTo>
                  <a:cubicBezTo>
                    <a:pt x="9140761" y="811425"/>
                    <a:pt x="9161336" y="808567"/>
                    <a:pt x="9181909" y="805519"/>
                  </a:cubicBezTo>
                  <a:lnTo>
                    <a:pt x="9181909" y="396420"/>
                  </a:lnTo>
                  <a:close/>
                </a:path>
              </a:pathLst>
            </a:custGeom>
            <a:solidFill>
              <a:schemeClr val="bg1">
                <a:alpha val="30000"/>
              </a:schemeClr>
            </a:solidFill>
            <a:ln w="9525" cap="flat">
              <a:noFill/>
              <a:prstDash val="solid"/>
              <a:miter/>
            </a:ln>
          </p:spPr>
          <p:txBody>
            <a:bodyPr rtlCol="0" anchor="ctr"/>
            <a:lstStyle/>
            <a:p>
              <a:endParaRPr lang="en-US"/>
            </a:p>
          </p:txBody>
        </p:sp>
        <p:sp>
          <p:nvSpPr>
            <p:cNvPr id="18" name="Freeform: Shape 13">
              <a:extLst>
                <a:ext uri="{FF2B5EF4-FFF2-40B4-BE49-F238E27FC236}">
                  <a16:creationId xmlns:a16="http://schemas.microsoft.com/office/drawing/2014/main" id="{385A18E1-CBE3-4BBD-B1B7-CDBCA685E0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199381"/>
              <a:ext cx="12188952" cy="902694"/>
            </a:xfrm>
            <a:custGeom>
              <a:avLst/>
              <a:gdLst>
                <a:gd name="connsiteX0" fmla="*/ 9182100 w 9182100"/>
                <a:gd name="connsiteY0" fmla="*/ 351088 h 765639"/>
                <a:gd name="connsiteX1" fmla="*/ 9178480 w 9182100"/>
                <a:gd name="connsiteY1" fmla="*/ 350993 h 765639"/>
                <a:gd name="connsiteX2" fmla="*/ 8783955 w 9182100"/>
                <a:gd name="connsiteY2" fmla="*/ 327561 h 765639"/>
                <a:gd name="connsiteX3" fmla="*/ 8390763 w 9182100"/>
                <a:gd name="connsiteY3" fmla="*/ 288795 h 765639"/>
                <a:gd name="connsiteX4" fmla="*/ 8199502 w 9182100"/>
                <a:gd name="connsiteY4" fmla="*/ 262601 h 765639"/>
                <a:gd name="connsiteX5" fmla="*/ 8153972 w 9182100"/>
                <a:gd name="connsiteY5" fmla="*/ 254886 h 765639"/>
                <a:gd name="connsiteX6" fmla="*/ 8131588 w 9182100"/>
                <a:gd name="connsiteY6" fmla="*/ 250790 h 765639"/>
                <a:gd name="connsiteX7" fmla="*/ 8104632 w 9182100"/>
                <a:gd name="connsiteY7" fmla="*/ 246504 h 765639"/>
                <a:gd name="connsiteX8" fmla="*/ 8050911 w 9182100"/>
                <a:gd name="connsiteY8" fmla="*/ 238217 h 765639"/>
                <a:gd name="connsiteX9" fmla="*/ 7998810 w 9182100"/>
                <a:gd name="connsiteY9" fmla="*/ 230978 h 765639"/>
                <a:gd name="connsiteX10" fmla="*/ 7589902 w 9182100"/>
                <a:gd name="connsiteY10" fmla="*/ 183925 h 765639"/>
                <a:gd name="connsiteX11" fmla="*/ 7183469 w 9182100"/>
                <a:gd name="connsiteY11" fmla="*/ 147634 h 765639"/>
                <a:gd name="connsiteX12" fmla="*/ 6775990 w 9182100"/>
                <a:gd name="connsiteY12" fmla="*/ 119821 h 765639"/>
                <a:gd name="connsiteX13" fmla="*/ 6364795 w 9182100"/>
                <a:gd name="connsiteY13" fmla="*/ 102391 h 765639"/>
                <a:gd name="connsiteX14" fmla="*/ 6154293 w 9182100"/>
                <a:gd name="connsiteY14" fmla="*/ 100581 h 765639"/>
                <a:gd name="connsiteX15" fmla="*/ 6100287 w 9182100"/>
                <a:gd name="connsiteY15" fmla="*/ 101343 h 765639"/>
                <a:gd name="connsiteX16" fmla="*/ 6045327 w 9182100"/>
                <a:gd name="connsiteY16" fmla="*/ 103438 h 765639"/>
                <a:gd name="connsiteX17" fmla="*/ 5935980 w 9182100"/>
                <a:gd name="connsiteY17" fmla="*/ 110296 h 765639"/>
                <a:gd name="connsiteX18" fmla="*/ 5523357 w 9182100"/>
                <a:gd name="connsiteY18" fmla="*/ 157635 h 765639"/>
                <a:gd name="connsiteX19" fmla="*/ 5149882 w 9182100"/>
                <a:gd name="connsiteY19" fmla="*/ 185639 h 765639"/>
                <a:gd name="connsiteX20" fmla="*/ 4777073 w 9182100"/>
                <a:gd name="connsiteY20" fmla="*/ 170685 h 765639"/>
                <a:gd name="connsiteX21" fmla="*/ 4729925 w 9182100"/>
                <a:gd name="connsiteY21" fmla="*/ 166208 h 765639"/>
                <a:gd name="connsiteX22" fmla="*/ 4682585 w 9182100"/>
                <a:gd name="connsiteY22" fmla="*/ 161064 h 765639"/>
                <a:gd name="connsiteX23" fmla="*/ 4635151 w 9182100"/>
                <a:gd name="connsiteY23" fmla="*/ 155445 h 765639"/>
                <a:gd name="connsiteX24" fmla="*/ 4611434 w 9182100"/>
                <a:gd name="connsiteY24" fmla="*/ 152492 h 765639"/>
                <a:gd name="connsiteX25" fmla="*/ 4587145 w 9182100"/>
                <a:gd name="connsiteY25" fmla="*/ 149349 h 765639"/>
                <a:gd name="connsiteX26" fmla="*/ 4387977 w 9182100"/>
                <a:gd name="connsiteY26" fmla="*/ 122774 h 765639"/>
                <a:gd name="connsiteX27" fmla="*/ 3989356 w 9182100"/>
                <a:gd name="connsiteY27" fmla="*/ 68577 h 765639"/>
                <a:gd name="connsiteX28" fmla="*/ 3789140 w 9182100"/>
                <a:gd name="connsiteY28" fmla="*/ 42192 h 765639"/>
                <a:gd name="connsiteX29" fmla="*/ 3689033 w 9182100"/>
                <a:gd name="connsiteY29" fmla="*/ 29143 h 765639"/>
                <a:gd name="connsiteX30" fmla="*/ 3634835 w 9182100"/>
                <a:gd name="connsiteY30" fmla="*/ 22571 h 765639"/>
                <a:gd name="connsiteX31" fmla="*/ 3579876 w 9182100"/>
                <a:gd name="connsiteY31" fmla="*/ 16856 h 765639"/>
                <a:gd name="connsiteX32" fmla="*/ 3147441 w 9182100"/>
                <a:gd name="connsiteY32" fmla="*/ 473 h 765639"/>
                <a:gd name="connsiteX33" fmla="*/ 2724722 w 9182100"/>
                <a:gd name="connsiteY33" fmla="*/ 22857 h 765639"/>
                <a:gd name="connsiteX34" fmla="*/ 1898428 w 9182100"/>
                <a:gd name="connsiteY34" fmla="*/ 147730 h 765639"/>
                <a:gd name="connsiteX35" fmla="*/ 1692878 w 9182100"/>
                <a:gd name="connsiteY35" fmla="*/ 195069 h 765639"/>
                <a:gd name="connsiteX36" fmla="*/ 1640205 w 9182100"/>
                <a:gd name="connsiteY36" fmla="*/ 208785 h 765639"/>
                <a:gd name="connsiteX37" fmla="*/ 1592294 w 9182100"/>
                <a:gd name="connsiteY37" fmla="*/ 221643 h 765639"/>
                <a:gd name="connsiteX38" fmla="*/ 1500092 w 9182100"/>
                <a:gd name="connsiteY38" fmla="*/ 245551 h 765639"/>
                <a:gd name="connsiteX39" fmla="*/ 1130046 w 9182100"/>
                <a:gd name="connsiteY39" fmla="*/ 318227 h 765639"/>
                <a:gd name="connsiteX40" fmla="*/ 944880 w 9182100"/>
                <a:gd name="connsiteY40" fmla="*/ 337658 h 765639"/>
                <a:gd name="connsiteX41" fmla="*/ 852583 w 9182100"/>
                <a:gd name="connsiteY41" fmla="*/ 341944 h 765639"/>
                <a:gd name="connsiteX42" fmla="*/ 760476 w 9182100"/>
                <a:gd name="connsiteY42" fmla="*/ 343087 h 765639"/>
                <a:gd name="connsiteX43" fmla="*/ 577215 w 9182100"/>
                <a:gd name="connsiteY43" fmla="*/ 332800 h 765639"/>
                <a:gd name="connsiteX44" fmla="*/ 394907 w 9182100"/>
                <a:gd name="connsiteY44" fmla="*/ 305463 h 765639"/>
                <a:gd name="connsiteX45" fmla="*/ 211265 w 9182100"/>
                <a:gd name="connsiteY45" fmla="*/ 261363 h 765639"/>
                <a:gd name="connsiteX46" fmla="*/ 17526 w 9182100"/>
                <a:gd name="connsiteY46" fmla="*/ 204880 h 765639"/>
                <a:gd name="connsiteX47" fmla="*/ 0 w 9182100"/>
                <a:gd name="connsiteY47" fmla="*/ 199927 h 765639"/>
                <a:gd name="connsiteX48" fmla="*/ 0 w 9182100"/>
                <a:gd name="connsiteY48" fmla="*/ 526920 h 765639"/>
                <a:gd name="connsiteX49" fmla="*/ 100298 w 9182100"/>
                <a:gd name="connsiteY49" fmla="*/ 571973 h 765639"/>
                <a:gd name="connsiteX50" fmla="*/ 301562 w 9182100"/>
                <a:gd name="connsiteY50" fmla="*/ 649697 h 765639"/>
                <a:gd name="connsiteX51" fmla="*/ 731044 w 9182100"/>
                <a:gd name="connsiteY51" fmla="*/ 746947 h 765639"/>
                <a:gd name="connsiteX52" fmla="*/ 1168241 w 9182100"/>
                <a:gd name="connsiteY52" fmla="*/ 762759 h 765639"/>
                <a:gd name="connsiteX53" fmla="*/ 1596581 w 9182100"/>
                <a:gd name="connsiteY53" fmla="*/ 716944 h 765639"/>
                <a:gd name="connsiteX54" fmla="*/ 1701641 w 9182100"/>
                <a:gd name="connsiteY54" fmla="*/ 697894 h 765639"/>
                <a:gd name="connsiteX55" fmla="*/ 1752124 w 9182100"/>
                <a:gd name="connsiteY55" fmla="*/ 688273 h 765639"/>
                <a:gd name="connsiteX56" fmla="*/ 1797939 w 9182100"/>
                <a:gd name="connsiteY56" fmla="*/ 679891 h 765639"/>
                <a:gd name="connsiteX57" fmla="*/ 1988630 w 9182100"/>
                <a:gd name="connsiteY57" fmla="*/ 649316 h 765639"/>
                <a:gd name="connsiteX58" fmla="*/ 2376297 w 9182100"/>
                <a:gd name="connsiteY58" fmla="*/ 601691 h 765639"/>
                <a:gd name="connsiteX59" fmla="*/ 2570416 w 9182100"/>
                <a:gd name="connsiteY59" fmla="*/ 584165 h 765639"/>
                <a:gd name="connsiteX60" fmla="*/ 2764155 w 9182100"/>
                <a:gd name="connsiteY60" fmla="*/ 571497 h 765639"/>
                <a:gd name="connsiteX61" fmla="*/ 2956941 w 9182100"/>
                <a:gd name="connsiteY61" fmla="*/ 564163 h 765639"/>
                <a:gd name="connsiteX62" fmla="*/ 3148298 w 9182100"/>
                <a:gd name="connsiteY62" fmla="*/ 562639 h 765639"/>
                <a:gd name="connsiteX63" fmla="*/ 3337274 w 9182100"/>
                <a:gd name="connsiteY63" fmla="*/ 568544 h 765639"/>
                <a:gd name="connsiteX64" fmla="*/ 3522345 w 9182100"/>
                <a:gd name="connsiteY64" fmla="*/ 583308 h 765639"/>
                <a:gd name="connsiteX65" fmla="*/ 3567779 w 9182100"/>
                <a:gd name="connsiteY65" fmla="*/ 588642 h 765639"/>
                <a:gd name="connsiteX66" fmla="*/ 3613785 w 9182100"/>
                <a:gd name="connsiteY66" fmla="*/ 594357 h 765639"/>
                <a:gd name="connsiteX67" fmla="*/ 3713798 w 9182100"/>
                <a:gd name="connsiteY67" fmla="*/ 607882 h 765639"/>
                <a:gd name="connsiteX68" fmla="*/ 3913823 w 9182100"/>
                <a:gd name="connsiteY68" fmla="*/ 634838 h 765639"/>
                <a:gd name="connsiteX69" fmla="*/ 4315873 w 9182100"/>
                <a:gd name="connsiteY69" fmla="*/ 686273 h 765639"/>
                <a:gd name="connsiteX70" fmla="*/ 4517422 w 9182100"/>
                <a:gd name="connsiteY70" fmla="*/ 710086 h 765639"/>
                <a:gd name="connsiteX71" fmla="*/ 4728972 w 9182100"/>
                <a:gd name="connsiteY71" fmla="*/ 731422 h 765639"/>
                <a:gd name="connsiteX72" fmla="*/ 5162931 w 9182100"/>
                <a:gd name="connsiteY72" fmla="*/ 744185 h 765639"/>
                <a:gd name="connsiteX73" fmla="*/ 5594033 w 9182100"/>
                <a:gd name="connsiteY73" fmla="*/ 706466 h 765639"/>
                <a:gd name="connsiteX74" fmla="*/ 5982939 w 9182100"/>
                <a:gd name="connsiteY74" fmla="*/ 655793 h 765639"/>
                <a:gd name="connsiteX75" fmla="*/ 6075045 w 9182100"/>
                <a:gd name="connsiteY75" fmla="*/ 648459 h 765639"/>
                <a:gd name="connsiteX76" fmla="*/ 6167819 w 9182100"/>
                <a:gd name="connsiteY76" fmla="*/ 643887 h 765639"/>
                <a:gd name="connsiteX77" fmla="*/ 6361081 w 9182100"/>
                <a:gd name="connsiteY77" fmla="*/ 639124 h 765639"/>
                <a:gd name="connsiteX78" fmla="*/ 6757321 w 9182100"/>
                <a:gd name="connsiteY78" fmla="*/ 640458 h 765639"/>
                <a:gd name="connsiteX79" fmla="*/ 7156704 w 9182100"/>
                <a:gd name="connsiteY79" fmla="*/ 649030 h 765639"/>
                <a:gd name="connsiteX80" fmla="*/ 7556373 w 9182100"/>
                <a:gd name="connsiteY80" fmla="*/ 662365 h 765639"/>
                <a:gd name="connsiteX81" fmla="*/ 7952328 w 9182100"/>
                <a:gd name="connsiteY81" fmla="*/ 682177 h 765639"/>
                <a:gd name="connsiteX82" fmla="*/ 8000714 w 9182100"/>
                <a:gd name="connsiteY82" fmla="*/ 685511 h 765639"/>
                <a:gd name="connsiteX83" fmla="*/ 8047196 w 9182100"/>
                <a:gd name="connsiteY83" fmla="*/ 689416 h 765639"/>
                <a:gd name="connsiteX84" fmla="*/ 8097965 w 9182100"/>
                <a:gd name="connsiteY84" fmla="*/ 693893 h 765639"/>
                <a:gd name="connsiteX85" fmla="*/ 8152733 w 9182100"/>
                <a:gd name="connsiteY85" fmla="*/ 697894 h 765639"/>
                <a:gd name="connsiteX86" fmla="*/ 8363903 w 9182100"/>
                <a:gd name="connsiteY86" fmla="*/ 705133 h 765639"/>
                <a:gd name="connsiteX87" fmla="*/ 8777764 w 9182100"/>
                <a:gd name="connsiteY87" fmla="*/ 698084 h 765639"/>
                <a:gd name="connsiteX88" fmla="*/ 9182005 w 9182100"/>
                <a:gd name="connsiteY88" fmla="*/ 668366 h 765639"/>
                <a:gd name="connsiteX89" fmla="*/ 9182005 w 9182100"/>
                <a:gd name="connsiteY89" fmla="*/ 351088 h 765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9182100" h="765639">
                  <a:moveTo>
                    <a:pt x="9182100" y="351088"/>
                  </a:moveTo>
                  <a:cubicBezTo>
                    <a:pt x="9180862" y="351088"/>
                    <a:pt x="9179719" y="350993"/>
                    <a:pt x="9178480" y="350993"/>
                  </a:cubicBezTo>
                  <a:cubicBezTo>
                    <a:pt x="9047607" y="346421"/>
                    <a:pt x="8915591" y="337944"/>
                    <a:pt x="8783955" y="327561"/>
                  </a:cubicBezTo>
                  <a:cubicBezTo>
                    <a:pt x="8652320" y="316894"/>
                    <a:pt x="8520589" y="304416"/>
                    <a:pt x="8390763" y="288795"/>
                  </a:cubicBezTo>
                  <a:cubicBezTo>
                    <a:pt x="8325898" y="281175"/>
                    <a:pt x="8261509" y="272602"/>
                    <a:pt x="8199502" y="262601"/>
                  </a:cubicBezTo>
                  <a:cubicBezTo>
                    <a:pt x="8184070" y="260029"/>
                    <a:pt x="8168831" y="257553"/>
                    <a:pt x="8153972" y="254886"/>
                  </a:cubicBezTo>
                  <a:lnTo>
                    <a:pt x="8131588" y="250790"/>
                  </a:lnTo>
                  <a:lnTo>
                    <a:pt x="8104632" y="246504"/>
                  </a:lnTo>
                  <a:cubicBezTo>
                    <a:pt x="8086725" y="243741"/>
                    <a:pt x="8068247" y="240598"/>
                    <a:pt x="8050911" y="238217"/>
                  </a:cubicBezTo>
                  <a:lnTo>
                    <a:pt x="7998810" y="230978"/>
                  </a:lnTo>
                  <a:cubicBezTo>
                    <a:pt x="7860697" y="212023"/>
                    <a:pt x="7725633" y="198021"/>
                    <a:pt x="7589902" y="183925"/>
                  </a:cubicBezTo>
                  <a:cubicBezTo>
                    <a:pt x="7454360" y="170304"/>
                    <a:pt x="7319010" y="158779"/>
                    <a:pt x="7183469" y="147634"/>
                  </a:cubicBezTo>
                  <a:cubicBezTo>
                    <a:pt x="7047929" y="137252"/>
                    <a:pt x="6912198" y="127632"/>
                    <a:pt x="6775990" y="119821"/>
                  </a:cubicBezTo>
                  <a:cubicBezTo>
                    <a:pt x="6639592" y="112582"/>
                    <a:pt x="6503194" y="105439"/>
                    <a:pt x="6364795" y="102391"/>
                  </a:cubicBezTo>
                  <a:cubicBezTo>
                    <a:pt x="6295263" y="101057"/>
                    <a:pt x="6225826" y="99819"/>
                    <a:pt x="6154293" y="100581"/>
                  </a:cubicBezTo>
                  <a:cubicBezTo>
                    <a:pt x="6136577" y="100581"/>
                    <a:pt x="6118860" y="100581"/>
                    <a:pt x="6100287" y="101343"/>
                  </a:cubicBezTo>
                  <a:cubicBezTo>
                    <a:pt x="6081903" y="101819"/>
                    <a:pt x="6063615" y="102486"/>
                    <a:pt x="6045327" y="103438"/>
                  </a:cubicBezTo>
                  <a:cubicBezTo>
                    <a:pt x="6008656" y="104962"/>
                    <a:pt x="5972175" y="107439"/>
                    <a:pt x="5935980" y="110296"/>
                  </a:cubicBezTo>
                  <a:cubicBezTo>
                    <a:pt x="5790724" y="121631"/>
                    <a:pt x="5651659" y="142110"/>
                    <a:pt x="5523357" y="157635"/>
                  </a:cubicBezTo>
                  <a:cubicBezTo>
                    <a:pt x="5394484" y="173542"/>
                    <a:pt x="5273040" y="183543"/>
                    <a:pt x="5149882" y="185639"/>
                  </a:cubicBezTo>
                  <a:cubicBezTo>
                    <a:pt x="5027010" y="187925"/>
                    <a:pt x="4902803" y="182210"/>
                    <a:pt x="4777073" y="170685"/>
                  </a:cubicBezTo>
                  <a:lnTo>
                    <a:pt x="4729925" y="166208"/>
                  </a:lnTo>
                  <a:lnTo>
                    <a:pt x="4682585" y="161064"/>
                  </a:lnTo>
                  <a:cubicBezTo>
                    <a:pt x="4666869" y="159445"/>
                    <a:pt x="4650963" y="157350"/>
                    <a:pt x="4635151" y="155445"/>
                  </a:cubicBezTo>
                  <a:lnTo>
                    <a:pt x="4611434" y="152492"/>
                  </a:lnTo>
                  <a:cubicBezTo>
                    <a:pt x="4603623" y="151539"/>
                    <a:pt x="4595622" y="150587"/>
                    <a:pt x="4587145" y="149349"/>
                  </a:cubicBezTo>
                  <a:lnTo>
                    <a:pt x="4387977" y="122774"/>
                  </a:lnTo>
                  <a:lnTo>
                    <a:pt x="3989356" y="68577"/>
                  </a:lnTo>
                  <a:lnTo>
                    <a:pt x="3789140" y="42192"/>
                  </a:lnTo>
                  <a:lnTo>
                    <a:pt x="3689033" y="29143"/>
                  </a:lnTo>
                  <a:lnTo>
                    <a:pt x="3634835" y="22571"/>
                  </a:lnTo>
                  <a:cubicBezTo>
                    <a:pt x="3616452" y="20285"/>
                    <a:pt x="3598069" y="18380"/>
                    <a:pt x="3579876" y="16856"/>
                  </a:cubicBezTo>
                  <a:cubicBezTo>
                    <a:pt x="3433667" y="3140"/>
                    <a:pt x="3289840" y="-1622"/>
                    <a:pt x="3147441" y="473"/>
                  </a:cubicBezTo>
                  <a:cubicBezTo>
                    <a:pt x="3005138" y="2283"/>
                    <a:pt x="2864263" y="10188"/>
                    <a:pt x="2724722" y="22857"/>
                  </a:cubicBezTo>
                  <a:cubicBezTo>
                    <a:pt x="2445353" y="48098"/>
                    <a:pt x="2171129" y="90198"/>
                    <a:pt x="1898428" y="147730"/>
                  </a:cubicBezTo>
                  <a:cubicBezTo>
                    <a:pt x="1830134" y="162208"/>
                    <a:pt x="1762030" y="177448"/>
                    <a:pt x="1692878" y="195069"/>
                  </a:cubicBezTo>
                  <a:lnTo>
                    <a:pt x="1640205" y="208785"/>
                  </a:lnTo>
                  <a:lnTo>
                    <a:pt x="1592294" y="221643"/>
                  </a:lnTo>
                  <a:cubicBezTo>
                    <a:pt x="1561624" y="229740"/>
                    <a:pt x="1530858" y="238503"/>
                    <a:pt x="1500092" y="245551"/>
                  </a:cubicBezTo>
                  <a:cubicBezTo>
                    <a:pt x="1377125" y="276412"/>
                    <a:pt x="1253490" y="300987"/>
                    <a:pt x="1130046" y="318227"/>
                  </a:cubicBezTo>
                  <a:cubicBezTo>
                    <a:pt x="1068229" y="326895"/>
                    <a:pt x="1006602" y="333086"/>
                    <a:pt x="944880" y="337658"/>
                  </a:cubicBezTo>
                  <a:cubicBezTo>
                    <a:pt x="914114" y="339277"/>
                    <a:pt x="883253" y="341563"/>
                    <a:pt x="852583" y="341944"/>
                  </a:cubicBezTo>
                  <a:cubicBezTo>
                    <a:pt x="821817" y="343278"/>
                    <a:pt x="791147" y="342992"/>
                    <a:pt x="760476" y="343087"/>
                  </a:cubicBezTo>
                  <a:cubicBezTo>
                    <a:pt x="699230" y="342135"/>
                    <a:pt x="638175" y="338706"/>
                    <a:pt x="577215" y="332800"/>
                  </a:cubicBezTo>
                  <a:cubicBezTo>
                    <a:pt x="516255" y="326895"/>
                    <a:pt x="455771" y="317179"/>
                    <a:pt x="394907" y="305463"/>
                  </a:cubicBezTo>
                  <a:cubicBezTo>
                    <a:pt x="334137" y="293557"/>
                    <a:pt x="273368" y="278412"/>
                    <a:pt x="211265" y="261363"/>
                  </a:cubicBezTo>
                  <a:cubicBezTo>
                    <a:pt x="149066" y="244123"/>
                    <a:pt x="85820" y="224310"/>
                    <a:pt x="17526" y="204880"/>
                  </a:cubicBezTo>
                  <a:cubicBezTo>
                    <a:pt x="11716" y="203165"/>
                    <a:pt x="5906" y="201546"/>
                    <a:pt x="0" y="199927"/>
                  </a:cubicBezTo>
                  <a:lnTo>
                    <a:pt x="0" y="526920"/>
                  </a:lnTo>
                  <a:cubicBezTo>
                    <a:pt x="32576" y="541874"/>
                    <a:pt x="66104" y="557114"/>
                    <a:pt x="100298" y="571973"/>
                  </a:cubicBezTo>
                  <a:cubicBezTo>
                    <a:pt x="164973" y="600167"/>
                    <a:pt x="232410" y="626456"/>
                    <a:pt x="301562" y="649697"/>
                  </a:cubicBezTo>
                  <a:cubicBezTo>
                    <a:pt x="439865" y="696655"/>
                    <a:pt x="585216" y="728754"/>
                    <a:pt x="731044" y="746947"/>
                  </a:cubicBezTo>
                  <a:cubicBezTo>
                    <a:pt x="876967" y="764664"/>
                    <a:pt x="1023652" y="769426"/>
                    <a:pt x="1168241" y="762759"/>
                  </a:cubicBezTo>
                  <a:cubicBezTo>
                    <a:pt x="1313021" y="756663"/>
                    <a:pt x="1455896" y="740185"/>
                    <a:pt x="1596581" y="716944"/>
                  </a:cubicBezTo>
                  <a:cubicBezTo>
                    <a:pt x="1632014" y="711610"/>
                    <a:pt x="1666685" y="704371"/>
                    <a:pt x="1701641" y="697894"/>
                  </a:cubicBezTo>
                  <a:lnTo>
                    <a:pt x="1752124" y="688273"/>
                  </a:lnTo>
                  <a:lnTo>
                    <a:pt x="1797939" y="679891"/>
                  </a:lnTo>
                  <a:cubicBezTo>
                    <a:pt x="1860328" y="669128"/>
                    <a:pt x="1924431" y="658746"/>
                    <a:pt x="1988630" y="649316"/>
                  </a:cubicBezTo>
                  <a:cubicBezTo>
                    <a:pt x="2117217" y="630838"/>
                    <a:pt x="2246852" y="614645"/>
                    <a:pt x="2376297" y="601691"/>
                  </a:cubicBezTo>
                  <a:cubicBezTo>
                    <a:pt x="2441067" y="595214"/>
                    <a:pt x="2505742" y="589118"/>
                    <a:pt x="2570416" y="584165"/>
                  </a:cubicBezTo>
                  <a:cubicBezTo>
                    <a:pt x="2635091" y="579402"/>
                    <a:pt x="2699671" y="574831"/>
                    <a:pt x="2764155" y="571497"/>
                  </a:cubicBezTo>
                  <a:cubicBezTo>
                    <a:pt x="2828639" y="568068"/>
                    <a:pt x="2892933" y="565401"/>
                    <a:pt x="2956941" y="564163"/>
                  </a:cubicBezTo>
                  <a:cubicBezTo>
                    <a:pt x="3021045" y="562353"/>
                    <a:pt x="3084766" y="561972"/>
                    <a:pt x="3148298" y="562639"/>
                  </a:cubicBezTo>
                  <a:cubicBezTo>
                    <a:pt x="3211735" y="563305"/>
                    <a:pt x="3274695" y="565591"/>
                    <a:pt x="3337274" y="568544"/>
                  </a:cubicBezTo>
                  <a:cubicBezTo>
                    <a:pt x="3399568" y="572259"/>
                    <a:pt x="3461671" y="576259"/>
                    <a:pt x="3522345" y="583308"/>
                  </a:cubicBezTo>
                  <a:cubicBezTo>
                    <a:pt x="3537680" y="584737"/>
                    <a:pt x="3552730" y="586737"/>
                    <a:pt x="3567779" y="588642"/>
                  </a:cubicBezTo>
                  <a:lnTo>
                    <a:pt x="3613785" y="594357"/>
                  </a:lnTo>
                  <a:lnTo>
                    <a:pt x="3713798" y="607882"/>
                  </a:lnTo>
                  <a:lnTo>
                    <a:pt x="3913823" y="634838"/>
                  </a:lnTo>
                  <a:cubicBezTo>
                    <a:pt x="4047268" y="652078"/>
                    <a:pt x="4180904" y="670366"/>
                    <a:pt x="4315873" y="686273"/>
                  </a:cubicBezTo>
                  <a:lnTo>
                    <a:pt x="4517422" y="710086"/>
                  </a:lnTo>
                  <a:cubicBezTo>
                    <a:pt x="4586573" y="717896"/>
                    <a:pt x="4657916" y="725992"/>
                    <a:pt x="4728972" y="731422"/>
                  </a:cubicBezTo>
                  <a:cubicBezTo>
                    <a:pt x="4871371" y="743042"/>
                    <a:pt x="5016627" y="748376"/>
                    <a:pt x="5162931" y="744185"/>
                  </a:cubicBezTo>
                  <a:cubicBezTo>
                    <a:pt x="5308949" y="740566"/>
                    <a:pt x="5456111" y="725611"/>
                    <a:pt x="5594033" y="706466"/>
                  </a:cubicBezTo>
                  <a:cubicBezTo>
                    <a:pt x="5732621" y="687511"/>
                    <a:pt x="5859876" y="667033"/>
                    <a:pt x="5982939" y="655793"/>
                  </a:cubicBezTo>
                  <a:cubicBezTo>
                    <a:pt x="6013799" y="652936"/>
                    <a:pt x="6044375" y="650364"/>
                    <a:pt x="6075045" y="648459"/>
                  </a:cubicBezTo>
                  <a:cubicBezTo>
                    <a:pt x="6105906" y="646363"/>
                    <a:pt x="6135529" y="645125"/>
                    <a:pt x="6167819" y="643887"/>
                  </a:cubicBezTo>
                  <a:cubicBezTo>
                    <a:pt x="6230779" y="641125"/>
                    <a:pt x="6295930" y="640077"/>
                    <a:pt x="6361081" y="639124"/>
                  </a:cubicBezTo>
                  <a:cubicBezTo>
                    <a:pt x="6491955" y="637981"/>
                    <a:pt x="6624638" y="638553"/>
                    <a:pt x="6757321" y="640458"/>
                  </a:cubicBezTo>
                  <a:cubicBezTo>
                    <a:pt x="6890195" y="642553"/>
                    <a:pt x="7023449" y="645030"/>
                    <a:pt x="7156704" y="649030"/>
                  </a:cubicBezTo>
                  <a:cubicBezTo>
                    <a:pt x="7289959" y="652650"/>
                    <a:pt x="7423404" y="656841"/>
                    <a:pt x="7556373" y="662365"/>
                  </a:cubicBezTo>
                  <a:cubicBezTo>
                    <a:pt x="7689152" y="667509"/>
                    <a:pt x="7822502" y="673986"/>
                    <a:pt x="7952328" y="682177"/>
                  </a:cubicBezTo>
                  <a:lnTo>
                    <a:pt x="8000714" y="685511"/>
                  </a:lnTo>
                  <a:cubicBezTo>
                    <a:pt x="8016811" y="686654"/>
                    <a:pt x="8031670" y="688178"/>
                    <a:pt x="8047196" y="689416"/>
                  </a:cubicBezTo>
                  <a:lnTo>
                    <a:pt x="8097965" y="693893"/>
                  </a:lnTo>
                  <a:cubicBezTo>
                    <a:pt x="8116539" y="695417"/>
                    <a:pt x="8134731" y="696846"/>
                    <a:pt x="8152733" y="697894"/>
                  </a:cubicBezTo>
                  <a:cubicBezTo>
                    <a:pt x="8224647" y="701989"/>
                    <a:pt x="8294465" y="704085"/>
                    <a:pt x="8363903" y="705133"/>
                  </a:cubicBezTo>
                  <a:cubicBezTo>
                    <a:pt x="8502777" y="706657"/>
                    <a:pt x="8640223" y="704180"/>
                    <a:pt x="8777764" y="698084"/>
                  </a:cubicBezTo>
                  <a:cubicBezTo>
                    <a:pt x="8912352" y="692083"/>
                    <a:pt x="9046845" y="682749"/>
                    <a:pt x="9182005" y="668366"/>
                  </a:cubicBezTo>
                  <a:lnTo>
                    <a:pt x="9182005" y="351088"/>
                  </a:lnTo>
                  <a:close/>
                </a:path>
              </a:pathLst>
            </a:custGeom>
            <a:solidFill>
              <a:schemeClr val="bg1">
                <a:alpha val="30000"/>
              </a:schemeClr>
            </a:solidFill>
            <a:ln w="9525" cap="flat">
              <a:noFill/>
              <a:prstDash val="solid"/>
              <a:miter/>
            </a:ln>
          </p:spPr>
          <p:txBody>
            <a:bodyPr rtlCol="0" anchor="ctr"/>
            <a:lstStyle/>
            <a:p>
              <a:endParaRPr lang="en-US"/>
            </a:p>
          </p:txBody>
        </p:sp>
        <p:sp>
          <p:nvSpPr>
            <p:cNvPr id="19" name="Freeform: Shape 14">
              <a:extLst>
                <a:ext uri="{FF2B5EF4-FFF2-40B4-BE49-F238E27FC236}">
                  <a16:creationId xmlns:a16="http://schemas.microsoft.com/office/drawing/2014/main" id="{133EDCAA-1D6C-4710-9DA1-C7FC946D8E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501488"/>
              <a:ext cx="12188952" cy="641669"/>
            </a:xfrm>
            <a:custGeom>
              <a:avLst/>
              <a:gdLst>
                <a:gd name="connsiteX0" fmla="*/ 9182100 w 9182100"/>
                <a:gd name="connsiteY0" fmla="*/ 154189 h 544245"/>
                <a:gd name="connsiteX1" fmla="*/ 9047702 w 9182100"/>
                <a:gd name="connsiteY1" fmla="*/ 162762 h 544245"/>
                <a:gd name="connsiteX2" fmla="*/ 8652224 w 9182100"/>
                <a:gd name="connsiteY2" fmla="*/ 178287 h 544245"/>
                <a:gd name="connsiteX3" fmla="*/ 8255603 w 9182100"/>
                <a:gd name="connsiteY3" fmla="*/ 161047 h 544245"/>
                <a:gd name="connsiteX4" fmla="*/ 8060722 w 9182100"/>
                <a:gd name="connsiteY4" fmla="*/ 140854 h 544245"/>
                <a:gd name="connsiteX5" fmla="*/ 8013478 w 9182100"/>
                <a:gd name="connsiteY5" fmla="*/ 134187 h 544245"/>
                <a:gd name="connsiteX6" fmla="*/ 7990428 w 9182100"/>
                <a:gd name="connsiteY6" fmla="*/ 130567 h 544245"/>
                <a:gd name="connsiteX7" fmla="*/ 7964139 w 9182100"/>
                <a:gd name="connsiteY7" fmla="*/ 126853 h 544245"/>
                <a:gd name="connsiteX8" fmla="*/ 7911656 w 9182100"/>
                <a:gd name="connsiteY8" fmla="*/ 119518 h 544245"/>
                <a:gd name="connsiteX9" fmla="*/ 7860220 w 9182100"/>
                <a:gd name="connsiteY9" fmla="*/ 113232 h 544245"/>
                <a:gd name="connsiteX10" fmla="*/ 7453884 w 9182100"/>
                <a:gd name="connsiteY10" fmla="*/ 70369 h 544245"/>
                <a:gd name="connsiteX11" fmla="*/ 7048976 w 9182100"/>
                <a:gd name="connsiteY11" fmla="*/ 36556 h 544245"/>
                <a:gd name="connsiteX12" fmla="*/ 6846285 w 9182100"/>
                <a:gd name="connsiteY12" fmla="*/ 22649 h 544245"/>
                <a:gd name="connsiteX13" fmla="*/ 6643212 w 9182100"/>
                <a:gd name="connsiteY13" fmla="*/ 11600 h 544245"/>
                <a:gd name="connsiteX14" fmla="*/ 6541485 w 9182100"/>
                <a:gd name="connsiteY14" fmla="*/ 7314 h 544245"/>
                <a:gd name="connsiteX15" fmla="*/ 6439567 w 9182100"/>
                <a:gd name="connsiteY15" fmla="*/ 3885 h 544245"/>
                <a:gd name="connsiteX16" fmla="*/ 6337459 w 9182100"/>
                <a:gd name="connsiteY16" fmla="*/ 1313 h 544245"/>
                <a:gd name="connsiteX17" fmla="*/ 6234970 w 9182100"/>
                <a:gd name="connsiteY17" fmla="*/ 75 h 544245"/>
                <a:gd name="connsiteX18" fmla="*/ 6027802 w 9182100"/>
                <a:gd name="connsiteY18" fmla="*/ 2265 h 544245"/>
                <a:gd name="connsiteX19" fmla="*/ 5921978 w 9182100"/>
                <a:gd name="connsiteY19" fmla="*/ 6552 h 544245"/>
                <a:gd name="connsiteX20" fmla="*/ 5815965 w 9182100"/>
                <a:gd name="connsiteY20" fmla="*/ 14362 h 544245"/>
                <a:gd name="connsiteX21" fmla="*/ 5408390 w 9182100"/>
                <a:gd name="connsiteY21" fmla="*/ 67036 h 544245"/>
                <a:gd name="connsiteX22" fmla="*/ 5023866 w 9182100"/>
                <a:gd name="connsiteY22" fmla="*/ 103992 h 544245"/>
                <a:gd name="connsiteX23" fmla="*/ 4831556 w 9182100"/>
                <a:gd name="connsiteY23" fmla="*/ 106374 h 544245"/>
                <a:gd name="connsiteX24" fmla="*/ 4637723 w 9182100"/>
                <a:gd name="connsiteY24" fmla="*/ 98754 h 544245"/>
                <a:gd name="connsiteX25" fmla="*/ 4442460 w 9182100"/>
                <a:gd name="connsiteY25" fmla="*/ 83038 h 544245"/>
                <a:gd name="connsiteX26" fmla="*/ 4341686 w 9182100"/>
                <a:gd name="connsiteY26" fmla="*/ 77227 h 544245"/>
                <a:gd name="connsiteX27" fmla="*/ 4241006 w 9182100"/>
                <a:gd name="connsiteY27" fmla="*/ 71989 h 544245"/>
                <a:gd name="connsiteX28" fmla="*/ 3836956 w 9182100"/>
                <a:gd name="connsiteY28" fmla="*/ 54177 h 544245"/>
                <a:gd name="connsiteX29" fmla="*/ 3634549 w 9182100"/>
                <a:gd name="connsiteY29" fmla="*/ 45414 h 544245"/>
                <a:gd name="connsiteX30" fmla="*/ 3533394 w 9182100"/>
                <a:gd name="connsiteY30" fmla="*/ 40461 h 544245"/>
                <a:gd name="connsiteX31" fmla="*/ 3481959 w 9182100"/>
                <a:gd name="connsiteY31" fmla="*/ 37889 h 544245"/>
                <a:gd name="connsiteX32" fmla="*/ 3430238 w 9182100"/>
                <a:gd name="connsiteY32" fmla="*/ 35889 h 544245"/>
                <a:gd name="connsiteX33" fmla="*/ 3020473 w 9182100"/>
                <a:gd name="connsiteY33" fmla="*/ 37603 h 544245"/>
                <a:gd name="connsiteX34" fmla="*/ 2614422 w 9182100"/>
                <a:gd name="connsiteY34" fmla="*/ 56844 h 544245"/>
                <a:gd name="connsiteX35" fmla="*/ 2208657 w 9182100"/>
                <a:gd name="connsiteY35" fmla="*/ 81609 h 544245"/>
                <a:gd name="connsiteX36" fmla="*/ 1800606 w 9182100"/>
                <a:gd name="connsiteY36" fmla="*/ 107612 h 544245"/>
                <a:gd name="connsiteX37" fmla="*/ 1594676 w 9182100"/>
                <a:gd name="connsiteY37" fmla="*/ 124948 h 544245"/>
                <a:gd name="connsiteX38" fmla="*/ 1491996 w 9182100"/>
                <a:gd name="connsiteY38" fmla="*/ 136568 h 544245"/>
                <a:gd name="connsiteX39" fmla="*/ 1442942 w 9182100"/>
                <a:gd name="connsiteY39" fmla="*/ 141902 h 544245"/>
                <a:gd name="connsiteX40" fmla="*/ 1418463 w 9182100"/>
                <a:gd name="connsiteY40" fmla="*/ 144664 h 544245"/>
                <a:gd name="connsiteX41" fmla="*/ 1393984 w 9182100"/>
                <a:gd name="connsiteY41" fmla="*/ 146855 h 544245"/>
                <a:gd name="connsiteX42" fmla="*/ 1006697 w 9182100"/>
                <a:gd name="connsiteY42" fmla="*/ 169810 h 544245"/>
                <a:gd name="connsiteX43" fmla="*/ 816864 w 9182100"/>
                <a:gd name="connsiteY43" fmla="*/ 170953 h 544245"/>
                <a:gd name="connsiteX44" fmla="*/ 769906 w 9182100"/>
                <a:gd name="connsiteY44" fmla="*/ 169715 h 544245"/>
                <a:gd name="connsiteX45" fmla="*/ 723043 w 9182100"/>
                <a:gd name="connsiteY45" fmla="*/ 168096 h 544245"/>
                <a:gd name="connsiteX46" fmla="*/ 676370 w 9182100"/>
                <a:gd name="connsiteY46" fmla="*/ 166286 h 544245"/>
                <a:gd name="connsiteX47" fmla="*/ 629888 w 9182100"/>
                <a:gd name="connsiteY47" fmla="*/ 163333 h 544245"/>
                <a:gd name="connsiteX48" fmla="*/ 445484 w 9182100"/>
                <a:gd name="connsiteY48" fmla="*/ 146093 h 544245"/>
                <a:gd name="connsiteX49" fmla="*/ 263366 w 9182100"/>
                <a:gd name="connsiteY49" fmla="*/ 115232 h 544245"/>
                <a:gd name="connsiteX50" fmla="*/ 81439 w 9182100"/>
                <a:gd name="connsiteY50" fmla="*/ 70369 h 544245"/>
                <a:gd name="connsiteX51" fmla="*/ 35338 w 9182100"/>
                <a:gd name="connsiteY51" fmla="*/ 57034 h 544245"/>
                <a:gd name="connsiteX52" fmla="*/ 0 w 9182100"/>
                <a:gd name="connsiteY52" fmla="*/ 46652 h 544245"/>
                <a:gd name="connsiteX53" fmla="*/ 0 w 9182100"/>
                <a:gd name="connsiteY53" fmla="*/ 426795 h 544245"/>
                <a:gd name="connsiteX54" fmla="*/ 178594 w 9182100"/>
                <a:gd name="connsiteY54" fmla="*/ 479658 h 544245"/>
                <a:gd name="connsiteX55" fmla="*/ 610457 w 9182100"/>
                <a:gd name="connsiteY55" fmla="*/ 542619 h 544245"/>
                <a:gd name="connsiteX56" fmla="*/ 826865 w 9182100"/>
                <a:gd name="connsiteY56" fmla="*/ 539666 h 544245"/>
                <a:gd name="connsiteX57" fmla="*/ 1039654 w 9182100"/>
                <a:gd name="connsiteY57" fmla="*/ 515187 h 544245"/>
                <a:gd name="connsiteX58" fmla="*/ 1449705 w 9182100"/>
                <a:gd name="connsiteY58" fmla="*/ 415270 h 544245"/>
                <a:gd name="connsiteX59" fmla="*/ 1548765 w 9182100"/>
                <a:gd name="connsiteY59" fmla="*/ 382123 h 544245"/>
                <a:gd name="connsiteX60" fmla="*/ 1642872 w 9182100"/>
                <a:gd name="connsiteY60" fmla="*/ 349261 h 544245"/>
                <a:gd name="connsiteX61" fmla="*/ 1832991 w 9182100"/>
                <a:gd name="connsiteY61" fmla="*/ 289158 h 544245"/>
                <a:gd name="connsiteX62" fmla="*/ 2222754 w 9182100"/>
                <a:gd name="connsiteY62" fmla="*/ 193623 h 544245"/>
                <a:gd name="connsiteX63" fmla="*/ 2620137 w 9182100"/>
                <a:gd name="connsiteY63" fmla="*/ 138378 h 544245"/>
                <a:gd name="connsiteX64" fmla="*/ 3020473 w 9182100"/>
                <a:gd name="connsiteY64" fmla="*/ 127234 h 544245"/>
                <a:gd name="connsiteX65" fmla="*/ 3219736 w 9182100"/>
                <a:gd name="connsiteY65" fmla="*/ 139807 h 544245"/>
                <a:gd name="connsiteX66" fmla="*/ 3318605 w 9182100"/>
                <a:gd name="connsiteY66" fmla="*/ 151713 h 544245"/>
                <a:gd name="connsiteX67" fmla="*/ 3367754 w 9182100"/>
                <a:gd name="connsiteY67" fmla="*/ 158666 h 544245"/>
                <a:gd name="connsiteX68" fmla="*/ 3416618 w 9182100"/>
                <a:gd name="connsiteY68" fmla="*/ 166858 h 544245"/>
                <a:gd name="connsiteX69" fmla="*/ 3465195 w 9182100"/>
                <a:gd name="connsiteY69" fmla="*/ 176097 h 544245"/>
                <a:gd name="connsiteX70" fmla="*/ 3513868 w 9182100"/>
                <a:gd name="connsiteY70" fmla="*/ 185908 h 544245"/>
                <a:gd name="connsiteX71" fmla="*/ 3612737 w 9182100"/>
                <a:gd name="connsiteY71" fmla="*/ 207625 h 544245"/>
                <a:gd name="connsiteX72" fmla="*/ 3810381 w 9182100"/>
                <a:gd name="connsiteY72" fmla="*/ 252106 h 544245"/>
                <a:gd name="connsiteX73" fmla="*/ 4206621 w 9182100"/>
                <a:gd name="connsiteY73" fmla="*/ 339736 h 544245"/>
                <a:gd name="connsiteX74" fmla="*/ 4306062 w 9182100"/>
                <a:gd name="connsiteY74" fmla="*/ 359834 h 544245"/>
                <a:gd name="connsiteX75" fmla="*/ 4405503 w 9182100"/>
                <a:gd name="connsiteY75" fmla="*/ 378979 h 544245"/>
                <a:gd name="connsiteX76" fmla="*/ 4611529 w 9182100"/>
                <a:gd name="connsiteY76" fmla="*/ 405745 h 544245"/>
                <a:gd name="connsiteX77" fmla="*/ 5031677 w 9182100"/>
                <a:gd name="connsiteY77" fmla="*/ 427462 h 544245"/>
                <a:gd name="connsiteX78" fmla="*/ 5243227 w 9182100"/>
                <a:gd name="connsiteY78" fmla="*/ 418699 h 544245"/>
                <a:gd name="connsiteX79" fmla="*/ 5451062 w 9182100"/>
                <a:gd name="connsiteY79" fmla="*/ 398029 h 544245"/>
                <a:gd name="connsiteX80" fmla="*/ 5844635 w 9182100"/>
                <a:gd name="connsiteY80" fmla="*/ 353071 h 544245"/>
                <a:gd name="connsiteX81" fmla="*/ 5939981 w 9182100"/>
                <a:gd name="connsiteY81" fmla="*/ 346975 h 544245"/>
                <a:gd name="connsiteX82" fmla="*/ 6035898 w 9182100"/>
                <a:gd name="connsiteY82" fmla="*/ 344118 h 544245"/>
                <a:gd name="connsiteX83" fmla="*/ 6232303 w 9182100"/>
                <a:gd name="connsiteY83" fmla="*/ 343642 h 544245"/>
                <a:gd name="connsiteX84" fmla="*/ 6630924 w 9182100"/>
                <a:gd name="connsiteY84" fmla="*/ 351071 h 544245"/>
                <a:gd name="connsiteX85" fmla="*/ 6831140 w 9182100"/>
                <a:gd name="connsiteY85" fmla="*/ 356596 h 544245"/>
                <a:gd name="connsiteX86" fmla="*/ 7031545 w 9182100"/>
                <a:gd name="connsiteY86" fmla="*/ 362501 h 544245"/>
                <a:gd name="connsiteX87" fmla="*/ 7432262 w 9182100"/>
                <a:gd name="connsiteY87" fmla="*/ 378408 h 544245"/>
                <a:gd name="connsiteX88" fmla="*/ 7830312 w 9182100"/>
                <a:gd name="connsiteY88" fmla="*/ 402506 h 544245"/>
                <a:gd name="connsiteX89" fmla="*/ 7879270 w 9182100"/>
                <a:gd name="connsiteY89" fmla="*/ 406792 h 544245"/>
                <a:gd name="connsiteX90" fmla="*/ 7926895 w 9182100"/>
                <a:gd name="connsiteY90" fmla="*/ 411745 h 544245"/>
                <a:gd name="connsiteX91" fmla="*/ 7977569 w 9182100"/>
                <a:gd name="connsiteY91" fmla="*/ 417175 h 544245"/>
                <a:gd name="connsiteX92" fmla="*/ 8030623 w 9182100"/>
                <a:gd name="connsiteY92" fmla="*/ 422127 h 544245"/>
                <a:gd name="connsiteX93" fmla="*/ 8237982 w 9182100"/>
                <a:gd name="connsiteY93" fmla="*/ 435177 h 544245"/>
                <a:gd name="connsiteX94" fmla="*/ 8647748 w 9182100"/>
                <a:gd name="connsiteY94" fmla="*/ 449464 h 544245"/>
                <a:gd name="connsiteX95" fmla="*/ 8852821 w 9182100"/>
                <a:gd name="connsiteY95" fmla="*/ 456132 h 544245"/>
                <a:gd name="connsiteX96" fmla="*/ 8955786 w 9182100"/>
                <a:gd name="connsiteY96" fmla="*/ 458132 h 544245"/>
                <a:gd name="connsiteX97" fmla="*/ 9059227 w 9182100"/>
                <a:gd name="connsiteY97" fmla="*/ 457751 h 544245"/>
                <a:gd name="connsiteX98" fmla="*/ 9182005 w 9182100"/>
                <a:gd name="connsiteY98" fmla="*/ 452512 h 544245"/>
                <a:gd name="connsiteX99" fmla="*/ 9182005 w 9182100"/>
                <a:gd name="connsiteY99" fmla="*/ 154189 h 54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Lst>
              <a:rect l="l" t="t" r="r" b="b"/>
              <a:pathLst>
                <a:path w="9182100" h="544245">
                  <a:moveTo>
                    <a:pt x="9182100" y="154189"/>
                  </a:moveTo>
                  <a:cubicBezTo>
                    <a:pt x="9137618" y="157142"/>
                    <a:pt x="9092851" y="159904"/>
                    <a:pt x="9047702" y="162762"/>
                  </a:cubicBezTo>
                  <a:cubicBezTo>
                    <a:pt x="8917114" y="170668"/>
                    <a:pt x="8784717" y="178002"/>
                    <a:pt x="8652224" y="178287"/>
                  </a:cubicBezTo>
                  <a:cubicBezTo>
                    <a:pt x="8519732" y="178764"/>
                    <a:pt x="8387049" y="171239"/>
                    <a:pt x="8255603" y="161047"/>
                  </a:cubicBezTo>
                  <a:cubicBezTo>
                    <a:pt x="8189881" y="155904"/>
                    <a:pt x="8124539" y="149236"/>
                    <a:pt x="8060722" y="140854"/>
                  </a:cubicBezTo>
                  <a:cubicBezTo>
                    <a:pt x="8044815" y="138759"/>
                    <a:pt x="8029099" y="136473"/>
                    <a:pt x="8013478" y="134187"/>
                  </a:cubicBezTo>
                  <a:lnTo>
                    <a:pt x="7990428" y="130567"/>
                  </a:lnTo>
                  <a:lnTo>
                    <a:pt x="7964139" y="126853"/>
                  </a:lnTo>
                  <a:cubicBezTo>
                    <a:pt x="7946708" y="124376"/>
                    <a:pt x="7928896" y="121709"/>
                    <a:pt x="7911656" y="119518"/>
                  </a:cubicBezTo>
                  <a:lnTo>
                    <a:pt x="7860220" y="113232"/>
                  </a:lnTo>
                  <a:cubicBezTo>
                    <a:pt x="7723728" y="96277"/>
                    <a:pt x="7589044" y="83038"/>
                    <a:pt x="7453884" y="70369"/>
                  </a:cubicBezTo>
                  <a:cubicBezTo>
                    <a:pt x="7318915" y="57701"/>
                    <a:pt x="7184041" y="46366"/>
                    <a:pt x="7048976" y="36556"/>
                  </a:cubicBezTo>
                  <a:cubicBezTo>
                    <a:pt x="6981444" y="31793"/>
                    <a:pt x="6913912" y="26840"/>
                    <a:pt x="6846285" y="22649"/>
                  </a:cubicBezTo>
                  <a:cubicBezTo>
                    <a:pt x="6778657" y="18553"/>
                    <a:pt x="6710934" y="14934"/>
                    <a:pt x="6643212" y="11600"/>
                  </a:cubicBezTo>
                  <a:lnTo>
                    <a:pt x="6541485" y="7314"/>
                  </a:lnTo>
                  <a:cubicBezTo>
                    <a:pt x="6507576" y="5790"/>
                    <a:pt x="6473667" y="4647"/>
                    <a:pt x="6439567" y="3885"/>
                  </a:cubicBezTo>
                  <a:lnTo>
                    <a:pt x="6337459" y="1313"/>
                  </a:lnTo>
                  <a:lnTo>
                    <a:pt x="6234970" y="75"/>
                  </a:lnTo>
                  <a:cubicBezTo>
                    <a:pt x="6166295" y="-116"/>
                    <a:pt x="6097715" y="-116"/>
                    <a:pt x="6027802" y="2265"/>
                  </a:cubicBezTo>
                  <a:cubicBezTo>
                    <a:pt x="5993320" y="3123"/>
                    <a:pt x="5957412" y="4456"/>
                    <a:pt x="5921978" y="6552"/>
                  </a:cubicBezTo>
                  <a:cubicBezTo>
                    <a:pt x="5886546" y="8552"/>
                    <a:pt x="5851112" y="11124"/>
                    <a:pt x="5815965" y="14362"/>
                  </a:cubicBezTo>
                  <a:cubicBezTo>
                    <a:pt x="5674995" y="27126"/>
                    <a:pt x="5538597" y="48938"/>
                    <a:pt x="5408390" y="67036"/>
                  </a:cubicBezTo>
                  <a:cubicBezTo>
                    <a:pt x="5277993" y="85514"/>
                    <a:pt x="5151692" y="99039"/>
                    <a:pt x="5023866" y="103992"/>
                  </a:cubicBezTo>
                  <a:cubicBezTo>
                    <a:pt x="4960049" y="106660"/>
                    <a:pt x="4895946" y="107231"/>
                    <a:pt x="4831556" y="106374"/>
                  </a:cubicBezTo>
                  <a:cubicBezTo>
                    <a:pt x="4767167" y="105231"/>
                    <a:pt x="4702588" y="102468"/>
                    <a:pt x="4637723" y="98754"/>
                  </a:cubicBezTo>
                  <a:cubicBezTo>
                    <a:pt x="4572762" y="95230"/>
                    <a:pt x="4507992" y="88848"/>
                    <a:pt x="4442460" y="83038"/>
                  </a:cubicBezTo>
                  <a:cubicBezTo>
                    <a:pt x="4408837" y="80752"/>
                    <a:pt x="4375214" y="79228"/>
                    <a:pt x="4341686" y="77227"/>
                  </a:cubicBezTo>
                  <a:cubicBezTo>
                    <a:pt x="4308158" y="75227"/>
                    <a:pt x="4274534" y="73417"/>
                    <a:pt x="4241006" y="71989"/>
                  </a:cubicBezTo>
                  <a:cubicBezTo>
                    <a:pt x="4106895" y="65131"/>
                    <a:pt x="3971925" y="59797"/>
                    <a:pt x="3836956" y="54177"/>
                  </a:cubicBezTo>
                  <a:lnTo>
                    <a:pt x="3634549" y="45414"/>
                  </a:lnTo>
                  <a:lnTo>
                    <a:pt x="3533394" y="40461"/>
                  </a:lnTo>
                  <a:lnTo>
                    <a:pt x="3481959" y="37889"/>
                  </a:lnTo>
                  <a:cubicBezTo>
                    <a:pt x="3464719" y="37127"/>
                    <a:pt x="3447479" y="36079"/>
                    <a:pt x="3430238" y="35889"/>
                  </a:cubicBezTo>
                  <a:cubicBezTo>
                    <a:pt x="3292602" y="31126"/>
                    <a:pt x="3156299" y="33603"/>
                    <a:pt x="3020473" y="37603"/>
                  </a:cubicBezTo>
                  <a:cubicBezTo>
                    <a:pt x="2884741" y="41985"/>
                    <a:pt x="2749487" y="48843"/>
                    <a:pt x="2614422" y="56844"/>
                  </a:cubicBezTo>
                  <a:lnTo>
                    <a:pt x="2208657" y="81609"/>
                  </a:lnTo>
                  <a:cubicBezTo>
                    <a:pt x="2073116" y="89991"/>
                    <a:pt x="1937195" y="97515"/>
                    <a:pt x="1800606" y="107612"/>
                  </a:cubicBezTo>
                  <a:cubicBezTo>
                    <a:pt x="1732217" y="112184"/>
                    <a:pt x="1663827" y="117804"/>
                    <a:pt x="1594676" y="124948"/>
                  </a:cubicBezTo>
                  <a:lnTo>
                    <a:pt x="1491996" y="136568"/>
                  </a:lnTo>
                  <a:lnTo>
                    <a:pt x="1442942" y="141902"/>
                  </a:lnTo>
                  <a:lnTo>
                    <a:pt x="1418463" y="144664"/>
                  </a:lnTo>
                  <a:lnTo>
                    <a:pt x="1393984" y="146855"/>
                  </a:lnTo>
                  <a:cubicBezTo>
                    <a:pt x="1263491" y="159142"/>
                    <a:pt x="1134142" y="166667"/>
                    <a:pt x="1006697" y="169810"/>
                  </a:cubicBezTo>
                  <a:cubicBezTo>
                    <a:pt x="942975" y="172001"/>
                    <a:pt x="879729" y="171239"/>
                    <a:pt x="816864" y="170953"/>
                  </a:cubicBezTo>
                  <a:lnTo>
                    <a:pt x="769906" y="169715"/>
                  </a:lnTo>
                  <a:cubicBezTo>
                    <a:pt x="754285" y="169525"/>
                    <a:pt x="738569" y="169048"/>
                    <a:pt x="723043" y="168096"/>
                  </a:cubicBezTo>
                  <a:lnTo>
                    <a:pt x="676370" y="166286"/>
                  </a:lnTo>
                  <a:cubicBezTo>
                    <a:pt x="660845" y="165238"/>
                    <a:pt x="645414" y="164095"/>
                    <a:pt x="629888" y="163333"/>
                  </a:cubicBezTo>
                  <a:cubicBezTo>
                    <a:pt x="568071" y="159047"/>
                    <a:pt x="506540" y="154094"/>
                    <a:pt x="445484" y="146093"/>
                  </a:cubicBezTo>
                  <a:cubicBezTo>
                    <a:pt x="384524" y="137997"/>
                    <a:pt x="323850" y="128091"/>
                    <a:pt x="263366" y="115232"/>
                  </a:cubicBezTo>
                  <a:cubicBezTo>
                    <a:pt x="202787" y="102850"/>
                    <a:pt x="142589" y="87419"/>
                    <a:pt x="81439" y="70369"/>
                  </a:cubicBezTo>
                  <a:cubicBezTo>
                    <a:pt x="66199" y="66178"/>
                    <a:pt x="50864" y="61702"/>
                    <a:pt x="35338" y="57034"/>
                  </a:cubicBezTo>
                  <a:lnTo>
                    <a:pt x="0" y="46652"/>
                  </a:lnTo>
                  <a:lnTo>
                    <a:pt x="0" y="426795"/>
                  </a:lnTo>
                  <a:cubicBezTo>
                    <a:pt x="58198" y="446416"/>
                    <a:pt x="117920" y="464323"/>
                    <a:pt x="178594" y="479658"/>
                  </a:cubicBezTo>
                  <a:cubicBezTo>
                    <a:pt x="319850" y="514901"/>
                    <a:pt x="465582" y="537094"/>
                    <a:pt x="610457" y="542619"/>
                  </a:cubicBezTo>
                  <a:cubicBezTo>
                    <a:pt x="682943" y="545953"/>
                    <a:pt x="755142" y="543762"/>
                    <a:pt x="826865" y="539666"/>
                  </a:cubicBezTo>
                  <a:cubicBezTo>
                    <a:pt x="898398" y="534523"/>
                    <a:pt x="969645" y="526903"/>
                    <a:pt x="1039654" y="515187"/>
                  </a:cubicBezTo>
                  <a:cubicBezTo>
                    <a:pt x="1180052" y="492517"/>
                    <a:pt x="1316736" y="457751"/>
                    <a:pt x="1449705" y="415270"/>
                  </a:cubicBezTo>
                  <a:cubicBezTo>
                    <a:pt x="1483138" y="405364"/>
                    <a:pt x="1515809" y="393172"/>
                    <a:pt x="1548765" y="382123"/>
                  </a:cubicBezTo>
                  <a:lnTo>
                    <a:pt x="1642872" y="349261"/>
                  </a:lnTo>
                  <a:cubicBezTo>
                    <a:pt x="1705261" y="328211"/>
                    <a:pt x="1768983" y="308208"/>
                    <a:pt x="1832991" y="289158"/>
                  </a:cubicBezTo>
                  <a:cubicBezTo>
                    <a:pt x="1961198" y="251821"/>
                    <a:pt x="2091404" y="219435"/>
                    <a:pt x="2222754" y="193623"/>
                  </a:cubicBezTo>
                  <a:cubicBezTo>
                    <a:pt x="2354199" y="168382"/>
                    <a:pt x="2486882" y="149332"/>
                    <a:pt x="2620137" y="138378"/>
                  </a:cubicBezTo>
                  <a:cubicBezTo>
                    <a:pt x="2753392" y="127424"/>
                    <a:pt x="2887123" y="122947"/>
                    <a:pt x="3020473" y="127234"/>
                  </a:cubicBezTo>
                  <a:cubicBezTo>
                    <a:pt x="3087148" y="129043"/>
                    <a:pt x="3153632" y="133711"/>
                    <a:pt x="3219736" y="139807"/>
                  </a:cubicBezTo>
                  <a:cubicBezTo>
                    <a:pt x="3252788" y="143426"/>
                    <a:pt x="3285839" y="146760"/>
                    <a:pt x="3318605" y="151713"/>
                  </a:cubicBezTo>
                  <a:lnTo>
                    <a:pt x="3367754" y="158666"/>
                  </a:lnTo>
                  <a:cubicBezTo>
                    <a:pt x="3384042" y="161238"/>
                    <a:pt x="3400330" y="164000"/>
                    <a:pt x="3416618" y="166858"/>
                  </a:cubicBezTo>
                  <a:cubicBezTo>
                    <a:pt x="3432905" y="169525"/>
                    <a:pt x="3449003" y="172954"/>
                    <a:pt x="3465195" y="176097"/>
                  </a:cubicBezTo>
                  <a:cubicBezTo>
                    <a:pt x="3481483" y="179431"/>
                    <a:pt x="3497199" y="182288"/>
                    <a:pt x="3513868" y="185908"/>
                  </a:cubicBezTo>
                  <a:lnTo>
                    <a:pt x="3612737" y="207625"/>
                  </a:lnTo>
                  <a:lnTo>
                    <a:pt x="3810381" y="252106"/>
                  </a:lnTo>
                  <a:cubicBezTo>
                    <a:pt x="3942112" y="282015"/>
                    <a:pt x="4073843" y="312590"/>
                    <a:pt x="4206621" y="339736"/>
                  </a:cubicBezTo>
                  <a:cubicBezTo>
                    <a:pt x="4239768" y="346785"/>
                    <a:pt x="4272915" y="353452"/>
                    <a:pt x="4306062" y="359834"/>
                  </a:cubicBezTo>
                  <a:cubicBezTo>
                    <a:pt x="4339209" y="366216"/>
                    <a:pt x="4372356" y="372979"/>
                    <a:pt x="4405503" y="378979"/>
                  </a:cubicBezTo>
                  <a:cubicBezTo>
                    <a:pt x="4473416" y="389266"/>
                    <a:pt x="4542378" y="398410"/>
                    <a:pt x="4611529" y="405745"/>
                  </a:cubicBezTo>
                  <a:cubicBezTo>
                    <a:pt x="4749832" y="420794"/>
                    <a:pt x="4890326" y="428795"/>
                    <a:pt x="5031677" y="427462"/>
                  </a:cubicBezTo>
                  <a:cubicBezTo>
                    <a:pt x="5102352" y="426985"/>
                    <a:pt x="5173028" y="423747"/>
                    <a:pt x="5243227" y="418699"/>
                  </a:cubicBezTo>
                  <a:cubicBezTo>
                    <a:pt x="5313427" y="413650"/>
                    <a:pt x="5382959" y="406030"/>
                    <a:pt x="5451062" y="398029"/>
                  </a:cubicBezTo>
                  <a:cubicBezTo>
                    <a:pt x="5587651" y="381551"/>
                    <a:pt x="5717381" y="362501"/>
                    <a:pt x="5844635" y="353071"/>
                  </a:cubicBezTo>
                  <a:cubicBezTo>
                    <a:pt x="5876544" y="350690"/>
                    <a:pt x="5908262" y="348404"/>
                    <a:pt x="5939981" y="346975"/>
                  </a:cubicBezTo>
                  <a:cubicBezTo>
                    <a:pt x="5971794" y="345356"/>
                    <a:pt x="6003036" y="344308"/>
                    <a:pt x="6035898" y="344118"/>
                  </a:cubicBezTo>
                  <a:cubicBezTo>
                    <a:pt x="6100477" y="343070"/>
                    <a:pt x="6166390" y="343356"/>
                    <a:pt x="6232303" y="343642"/>
                  </a:cubicBezTo>
                  <a:cubicBezTo>
                    <a:pt x="6364415" y="344880"/>
                    <a:pt x="6497669" y="347833"/>
                    <a:pt x="6630924" y="351071"/>
                  </a:cubicBezTo>
                  <a:lnTo>
                    <a:pt x="6831140" y="356596"/>
                  </a:lnTo>
                  <a:lnTo>
                    <a:pt x="7031545" y="362501"/>
                  </a:lnTo>
                  <a:cubicBezTo>
                    <a:pt x="7165086" y="367454"/>
                    <a:pt x="7298818" y="371835"/>
                    <a:pt x="7432262" y="378408"/>
                  </a:cubicBezTo>
                  <a:cubicBezTo>
                    <a:pt x="7565518" y="384790"/>
                    <a:pt x="7699153" y="392124"/>
                    <a:pt x="7830312" y="402506"/>
                  </a:cubicBezTo>
                  <a:lnTo>
                    <a:pt x="7879270" y="406792"/>
                  </a:lnTo>
                  <a:lnTo>
                    <a:pt x="7926895" y="411745"/>
                  </a:lnTo>
                  <a:lnTo>
                    <a:pt x="7977569" y="417175"/>
                  </a:lnTo>
                  <a:cubicBezTo>
                    <a:pt x="7995380" y="418984"/>
                    <a:pt x="8013097" y="420699"/>
                    <a:pt x="8030623" y="422127"/>
                  </a:cubicBezTo>
                  <a:cubicBezTo>
                    <a:pt x="8100632" y="427843"/>
                    <a:pt x="8169402" y="431748"/>
                    <a:pt x="8237982" y="435177"/>
                  </a:cubicBezTo>
                  <a:cubicBezTo>
                    <a:pt x="8375047" y="442035"/>
                    <a:pt x="8511254" y="444511"/>
                    <a:pt x="8647748" y="449464"/>
                  </a:cubicBezTo>
                  <a:cubicBezTo>
                    <a:pt x="8715946" y="451750"/>
                    <a:pt x="8784336" y="454513"/>
                    <a:pt x="8852821" y="456132"/>
                  </a:cubicBezTo>
                  <a:cubicBezTo>
                    <a:pt x="8887111" y="456989"/>
                    <a:pt x="8921401" y="457751"/>
                    <a:pt x="8955786" y="458132"/>
                  </a:cubicBezTo>
                  <a:cubicBezTo>
                    <a:pt x="8990171" y="458323"/>
                    <a:pt x="9024651" y="458227"/>
                    <a:pt x="9059227" y="457751"/>
                  </a:cubicBezTo>
                  <a:cubicBezTo>
                    <a:pt x="9099995" y="456989"/>
                    <a:pt x="9140857" y="455275"/>
                    <a:pt x="9182005" y="452512"/>
                  </a:cubicBezTo>
                  <a:lnTo>
                    <a:pt x="9182005" y="154189"/>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useBgFill="1">
          <p:nvSpPr>
            <p:cNvPr id="20" name="Freeform: Shape 15">
              <a:extLst>
                <a:ext uri="{FF2B5EF4-FFF2-40B4-BE49-F238E27FC236}">
                  <a16:creationId xmlns:a16="http://schemas.microsoft.com/office/drawing/2014/main" id="{3916FBF2-1CC9-460D-A42B-FB77E515EC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3614750"/>
              <a:ext cx="12188952" cy="1201528"/>
            </a:xfrm>
            <a:custGeom>
              <a:avLst/>
              <a:gdLst>
                <a:gd name="connsiteX0" fmla="*/ 0 w 9182100"/>
                <a:gd name="connsiteY0" fmla="*/ 1019102 h 1019102"/>
                <a:gd name="connsiteX1" fmla="*/ 9182100 w 9182100"/>
                <a:gd name="connsiteY1" fmla="*/ 1019102 h 1019102"/>
                <a:gd name="connsiteX2" fmla="*/ 9182100 w 9182100"/>
                <a:gd name="connsiteY2" fmla="*/ 273009 h 1019102"/>
                <a:gd name="connsiteX3" fmla="*/ 9065895 w 9182100"/>
                <a:gd name="connsiteY3" fmla="*/ 278343 h 1019102"/>
                <a:gd name="connsiteX4" fmla="*/ 8261890 w 9182100"/>
                <a:gd name="connsiteY4" fmla="*/ 257769 h 1019102"/>
                <a:gd name="connsiteX5" fmla="*/ 8038624 w 9182100"/>
                <a:gd name="connsiteY5" fmla="*/ 235956 h 1019102"/>
                <a:gd name="connsiteX6" fmla="*/ 7862221 w 9182100"/>
                <a:gd name="connsiteY6" fmla="*/ 213097 h 1019102"/>
                <a:gd name="connsiteX7" fmla="*/ 6238780 w 9182100"/>
                <a:gd name="connsiteY7" fmla="*/ 126419 h 1019102"/>
                <a:gd name="connsiteX8" fmla="*/ 5828729 w 9182100"/>
                <a:gd name="connsiteY8" fmla="*/ 142421 h 1019102"/>
                <a:gd name="connsiteX9" fmla="*/ 5227606 w 9182100"/>
                <a:gd name="connsiteY9" fmla="*/ 219764 h 1019102"/>
                <a:gd name="connsiteX10" fmla="*/ 4394359 w 9182100"/>
                <a:gd name="connsiteY10" fmla="*/ 190713 h 1019102"/>
                <a:gd name="connsiteX11" fmla="*/ 3789236 w 9182100"/>
                <a:gd name="connsiteY11" fmla="*/ 107655 h 1019102"/>
                <a:gd name="connsiteX12" fmla="*/ 3391567 w 9182100"/>
                <a:gd name="connsiteY12" fmla="*/ 30502 h 1019102"/>
                <a:gd name="connsiteX13" fmla="*/ 2180177 w 9182100"/>
                <a:gd name="connsiteY13" fmla="*/ 67745 h 1019102"/>
                <a:gd name="connsiteX14" fmla="*/ 1543336 w 9182100"/>
                <a:gd name="connsiteY14" fmla="*/ 209953 h 1019102"/>
                <a:gd name="connsiteX15" fmla="*/ 1276731 w 9182100"/>
                <a:gd name="connsiteY15" fmla="*/ 286439 h 1019102"/>
                <a:gd name="connsiteX16" fmla="*/ 441293 w 9182100"/>
                <a:gd name="connsiteY16" fmla="*/ 292345 h 1019102"/>
                <a:gd name="connsiteX17" fmla="*/ 0 w 9182100"/>
                <a:gd name="connsiteY17" fmla="*/ 135563 h 1019102"/>
                <a:gd name="connsiteX18" fmla="*/ 0 w 9182100"/>
                <a:gd name="connsiteY18" fmla="*/ 1019102 h 101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9182100" h="1019102">
                  <a:moveTo>
                    <a:pt x="0" y="1019102"/>
                  </a:moveTo>
                  <a:lnTo>
                    <a:pt x="9182100" y="1019102"/>
                  </a:lnTo>
                  <a:lnTo>
                    <a:pt x="9182100" y="273009"/>
                  </a:lnTo>
                  <a:cubicBezTo>
                    <a:pt x="9143429" y="275485"/>
                    <a:pt x="9104662" y="277200"/>
                    <a:pt x="9065895" y="278343"/>
                  </a:cubicBezTo>
                  <a:cubicBezTo>
                    <a:pt x="8798243" y="285201"/>
                    <a:pt x="8529066" y="277009"/>
                    <a:pt x="8261890" y="257769"/>
                  </a:cubicBezTo>
                  <a:cubicBezTo>
                    <a:pt x="8187024" y="251863"/>
                    <a:pt x="8112443" y="245386"/>
                    <a:pt x="8038624" y="235956"/>
                  </a:cubicBezTo>
                  <a:cubicBezTo>
                    <a:pt x="7980140" y="228051"/>
                    <a:pt x="7920228" y="219002"/>
                    <a:pt x="7862221" y="213097"/>
                  </a:cubicBezTo>
                  <a:cubicBezTo>
                    <a:pt x="7322439" y="159280"/>
                    <a:pt x="6780943" y="130991"/>
                    <a:pt x="6238780" y="126419"/>
                  </a:cubicBezTo>
                  <a:cubicBezTo>
                    <a:pt x="6102477" y="126324"/>
                    <a:pt x="5964745" y="128800"/>
                    <a:pt x="5828729" y="142421"/>
                  </a:cubicBezTo>
                  <a:cubicBezTo>
                    <a:pt x="5624703" y="162328"/>
                    <a:pt x="5429441" y="202048"/>
                    <a:pt x="5227606" y="219764"/>
                  </a:cubicBezTo>
                  <a:cubicBezTo>
                    <a:pt x="4950238" y="245767"/>
                    <a:pt x="4670393" y="228527"/>
                    <a:pt x="4394359" y="190713"/>
                  </a:cubicBezTo>
                  <a:cubicBezTo>
                    <a:pt x="4193381" y="163090"/>
                    <a:pt x="3988880" y="147755"/>
                    <a:pt x="3789236" y="107655"/>
                  </a:cubicBezTo>
                  <a:cubicBezTo>
                    <a:pt x="3660743" y="85271"/>
                    <a:pt x="3520249" y="51648"/>
                    <a:pt x="3391567" y="30502"/>
                  </a:cubicBezTo>
                  <a:cubicBezTo>
                    <a:pt x="2990469" y="-28553"/>
                    <a:pt x="2579370" y="5928"/>
                    <a:pt x="2180177" y="67745"/>
                  </a:cubicBezTo>
                  <a:cubicBezTo>
                    <a:pt x="1965198" y="103273"/>
                    <a:pt x="1751648" y="146136"/>
                    <a:pt x="1543336" y="209953"/>
                  </a:cubicBezTo>
                  <a:cubicBezTo>
                    <a:pt x="1456087" y="238528"/>
                    <a:pt x="1365885" y="264627"/>
                    <a:pt x="1276731" y="286439"/>
                  </a:cubicBezTo>
                  <a:cubicBezTo>
                    <a:pt x="1001173" y="335398"/>
                    <a:pt x="716471" y="346923"/>
                    <a:pt x="441293" y="292345"/>
                  </a:cubicBezTo>
                  <a:cubicBezTo>
                    <a:pt x="285655" y="263198"/>
                    <a:pt x="143923" y="198237"/>
                    <a:pt x="0" y="135563"/>
                  </a:cubicBezTo>
                  <a:lnTo>
                    <a:pt x="0" y="1019102"/>
                  </a:lnTo>
                  <a:close/>
                </a:path>
              </a:pathLst>
            </a:custGeom>
            <a:ln w="9525" cap="flat">
              <a:noFill/>
              <a:prstDash val="solid"/>
              <a:miter/>
            </a:ln>
          </p:spPr>
          <p:txBody>
            <a:bodyPr rtlCol="0" anchor="ctr"/>
            <a:lstStyle/>
            <a:p>
              <a:endParaRPr lang="en-US" dirty="0"/>
            </a:p>
          </p:txBody>
        </p:sp>
      </p:grpSp>
      <p:sp>
        <p:nvSpPr>
          <p:cNvPr id="2" name="Título 1">
            <a:extLst>
              <a:ext uri="{FF2B5EF4-FFF2-40B4-BE49-F238E27FC236}">
                <a16:creationId xmlns:a16="http://schemas.microsoft.com/office/drawing/2014/main" id="{2C168799-77D0-47B9-B30A-A85B54831865}"/>
              </a:ext>
            </a:extLst>
          </p:cNvPr>
          <p:cNvSpPr>
            <a:spLocks noGrp="1"/>
          </p:cNvSpPr>
          <p:nvPr>
            <p:ph type="title"/>
          </p:nvPr>
        </p:nvSpPr>
        <p:spPr>
          <a:xfrm>
            <a:off x="795341" y="3423173"/>
            <a:ext cx="3039741" cy="1509931"/>
          </a:xfrm>
        </p:spPr>
        <p:txBody>
          <a:bodyPr>
            <a:normAutofit fontScale="90000"/>
          </a:bodyPr>
          <a:lstStyle/>
          <a:p>
            <a:r>
              <a:rPr lang="es-CO" sz="3600" dirty="0">
                <a:solidFill>
                  <a:schemeClr val="tx2"/>
                </a:solidFill>
              </a:rPr>
              <a:t>Compilar y verificar el diseño</a:t>
            </a:r>
          </a:p>
        </p:txBody>
      </p:sp>
      <p:sp>
        <p:nvSpPr>
          <p:cNvPr id="3" name="Marcador de contenido 2">
            <a:extLst>
              <a:ext uri="{FF2B5EF4-FFF2-40B4-BE49-F238E27FC236}">
                <a16:creationId xmlns:a16="http://schemas.microsoft.com/office/drawing/2014/main" id="{7C15481C-C3EB-47F9-8374-490CA573A858}"/>
              </a:ext>
            </a:extLst>
          </p:cNvPr>
          <p:cNvSpPr>
            <a:spLocks noGrp="1"/>
          </p:cNvSpPr>
          <p:nvPr>
            <p:ph idx="1"/>
          </p:nvPr>
        </p:nvSpPr>
        <p:spPr>
          <a:xfrm>
            <a:off x="3578943" y="3356512"/>
            <a:ext cx="7817716" cy="3319591"/>
          </a:xfrm>
        </p:spPr>
        <p:txBody>
          <a:bodyPr anchor="ctr">
            <a:normAutofit/>
          </a:bodyPr>
          <a:lstStyle/>
          <a:p>
            <a:r>
              <a:rPr lang="es-CO" sz="1600" dirty="0">
                <a:solidFill>
                  <a:schemeClr val="tx2"/>
                </a:solidFill>
              </a:rPr>
              <a:t>El editor esquemático es mucho más que un herramienta para alambrar componentes</a:t>
            </a:r>
          </a:p>
          <a:p>
            <a:pPr lvl="1"/>
            <a:r>
              <a:rPr lang="es-CO" sz="1400" dirty="0">
                <a:solidFill>
                  <a:schemeClr val="tx2"/>
                </a:solidFill>
              </a:rPr>
              <a:t>Verifica la conectividad de componentes por medio de compilación dinámica</a:t>
            </a:r>
          </a:p>
          <a:p>
            <a:pPr lvl="1"/>
            <a:r>
              <a:rPr lang="es-CO" sz="1400" dirty="0">
                <a:solidFill>
                  <a:schemeClr val="tx2"/>
                </a:solidFill>
              </a:rPr>
              <a:t>La compilación crea un modelo unificado de datos (UDM) que esta disponible para todos los demás editores</a:t>
            </a:r>
          </a:p>
          <a:p>
            <a:pPr lvl="1"/>
            <a:r>
              <a:rPr lang="es-CO" sz="1400" dirty="0">
                <a:solidFill>
                  <a:schemeClr val="tx2"/>
                </a:solidFill>
              </a:rPr>
              <a:t>En cada paso el UDM es actualizado</a:t>
            </a:r>
          </a:p>
          <a:p>
            <a:r>
              <a:rPr lang="es-CO" sz="1600" dirty="0">
                <a:solidFill>
                  <a:schemeClr val="tx2"/>
                </a:solidFill>
              </a:rPr>
              <a:t>La compilación es independiente del esquemático o de la herramienta de enrutado de </a:t>
            </a:r>
            <a:r>
              <a:rPr lang="es-CO" sz="1600" dirty="0" err="1">
                <a:solidFill>
                  <a:schemeClr val="tx2"/>
                </a:solidFill>
              </a:rPr>
              <a:t>PCBs</a:t>
            </a:r>
            <a:endParaRPr lang="es-CO" sz="1600" dirty="0">
              <a:solidFill>
                <a:schemeClr val="tx2"/>
              </a:solidFill>
            </a:endParaRPr>
          </a:p>
          <a:p>
            <a:r>
              <a:rPr lang="es-CO" sz="1600" dirty="0">
                <a:solidFill>
                  <a:schemeClr val="tx2"/>
                </a:solidFill>
              </a:rPr>
              <a:t>El UDM tiene la descripción detallada de cada componente en el diseño y como están conectados entre si</a:t>
            </a:r>
          </a:p>
        </p:txBody>
      </p:sp>
    </p:spTree>
    <p:extLst>
      <p:ext uri="{BB962C8B-B14F-4D97-AF65-F5344CB8AC3E}">
        <p14:creationId xmlns:p14="http://schemas.microsoft.com/office/powerpoint/2010/main" val="2368891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9">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EEC5B60-DFD1-4A5E-AE8C-E1DDA9276107}"/>
              </a:ext>
            </a:extLst>
          </p:cNvPr>
          <p:cNvSpPr>
            <a:spLocks noGrp="1"/>
          </p:cNvSpPr>
          <p:nvPr>
            <p:ph type="title"/>
          </p:nvPr>
        </p:nvSpPr>
        <p:spPr>
          <a:xfrm>
            <a:off x="6739128" y="638089"/>
            <a:ext cx="4818888" cy="1476801"/>
          </a:xfrm>
        </p:spPr>
        <p:txBody>
          <a:bodyPr anchor="b">
            <a:normAutofit/>
          </a:bodyPr>
          <a:lstStyle/>
          <a:p>
            <a:r>
              <a:rPr lang="es-CO" sz="3800"/>
              <a:t>Documentar y agregar detalles al diseño</a:t>
            </a:r>
          </a:p>
        </p:txBody>
      </p:sp>
      <p:pic>
        <p:nvPicPr>
          <p:cNvPr id="5" name="Imagen 4">
            <a:extLst>
              <a:ext uri="{FF2B5EF4-FFF2-40B4-BE49-F238E27FC236}">
                <a16:creationId xmlns:a16="http://schemas.microsoft.com/office/drawing/2014/main" id="{2057309C-9D5D-4DC2-B239-D2E3E01FC343}"/>
              </a:ext>
            </a:extLst>
          </p:cNvPr>
          <p:cNvPicPr>
            <a:picLocks noChangeAspect="1"/>
          </p:cNvPicPr>
          <p:nvPr/>
        </p:nvPicPr>
        <p:blipFill>
          <a:blip r:embed="rId2"/>
          <a:stretch>
            <a:fillRect/>
          </a:stretch>
        </p:blipFill>
        <p:spPr>
          <a:xfrm>
            <a:off x="630936" y="1682131"/>
            <a:ext cx="5458968" cy="3493738"/>
          </a:xfrm>
          <a:prstGeom prst="rect">
            <a:avLst/>
          </a:prstGeom>
        </p:spPr>
      </p:pic>
      <p:sp>
        <p:nvSpPr>
          <p:cNvPr id="15"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14F5F94E-87C1-451D-AB91-963E65DDB297}"/>
              </a:ext>
            </a:extLst>
          </p:cNvPr>
          <p:cNvSpPr>
            <a:spLocks noGrp="1"/>
          </p:cNvSpPr>
          <p:nvPr>
            <p:ph idx="1"/>
          </p:nvPr>
        </p:nvSpPr>
        <p:spPr>
          <a:xfrm>
            <a:off x="6739128" y="2664886"/>
            <a:ext cx="4818888" cy="3550789"/>
          </a:xfrm>
        </p:spPr>
        <p:txBody>
          <a:bodyPr anchor="t">
            <a:normAutofit/>
          </a:bodyPr>
          <a:lstStyle/>
          <a:p>
            <a:r>
              <a:rPr lang="es-CO" sz="1900" dirty="0"/>
              <a:t>El resultado final de la etapa de captura de esquemáticos es un esquemático exacto y detallado, y un conjunto funcional de paginas de esquemáticos listas para imprimir</a:t>
            </a:r>
          </a:p>
          <a:p>
            <a:r>
              <a:rPr lang="es-CO" sz="1900" dirty="0"/>
              <a:t>Se recomienda </a:t>
            </a:r>
          </a:p>
          <a:p>
            <a:pPr lvl="1"/>
            <a:r>
              <a:rPr lang="es-CO" sz="1900" dirty="0"/>
              <a:t>Uso de plantillas para mantener una apariencia consistente</a:t>
            </a:r>
          </a:p>
          <a:p>
            <a:pPr lvl="1"/>
            <a:r>
              <a:rPr lang="es-CO" sz="1900" dirty="0"/>
              <a:t>Mejorar la funcionalidad y legibilidad con notas e imágenes</a:t>
            </a:r>
          </a:p>
          <a:p>
            <a:pPr lvl="1"/>
            <a:r>
              <a:rPr lang="es-CO" sz="1900" dirty="0"/>
              <a:t>Generar la salida en formato PDF con </a:t>
            </a:r>
            <a:r>
              <a:rPr lang="es-CO" sz="1900" dirty="0" err="1"/>
              <a:t>bookmarks</a:t>
            </a:r>
            <a:r>
              <a:rPr lang="es-CO" sz="1900" dirty="0"/>
              <a:t> y todos los archivos necesarios para fabricar la tarjeta</a:t>
            </a:r>
          </a:p>
        </p:txBody>
      </p:sp>
    </p:spTree>
    <p:extLst>
      <p:ext uri="{BB962C8B-B14F-4D97-AF65-F5344CB8AC3E}">
        <p14:creationId xmlns:p14="http://schemas.microsoft.com/office/powerpoint/2010/main" val="499142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710</TotalTime>
  <Words>2006</Words>
  <Application>Microsoft Office PowerPoint</Application>
  <PresentationFormat>Widescreen</PresentationFormat>
  <Paragraphs>209</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Calibri Light</vt:lpstr>
      <vt:lpstr>Tema de Office</vt:lpstr>
      <vt:lpstr>Captura de Esquemáticos</vt:lpstr>
      <vt:lpstr>Capturando ideas en un diagrama esquemático</vt:lpstr>
      <vt:lpstr>Tendencias de diseño y evolución de las herramientas de captura de esquemáticos</vt:lpstr>
      <vt:lpstr>Flujo de diseño con esquemáticos</vt:lpstr>
      <vt:lpstr>Encontrar y agregar componentes</vt:lpstr>
      <vt:lpstr>Conectar los componentes</vt:lpstr>
      <vt:lpstr>Definiendo conectividad</vt:lpstr>
      <vt:lpstr>Herramientas de conectividad</vt:lpstr>
      <vt:lpstr>Herramientas de conectividad</vt:lpstr>
      <vt:lpstr>Agrupando múltiple redes</vt:lpstr>
      <vt:lpstr>Trabajando con Buses</vt:lpstr>
      <vt:lpstr>Trabajando con arneses de señal </vt:lpstr>
      <vt:lpstr>Dividir el diseño en múltiples hojas</vt:lpstr>
      <vt:lpstr>Diseño Plano</vt:lpstr>
      <vt:lpstr>Diseño Jerárquico</vt:lpstr>
      <vt:lpstr>Ventajas del diseño jerárquico</vt:lpstr>
      <vt:lpstr>Diseño multicanal</vt:lpstr>
      <vt:lpstr>Redes de alimentación</vt:lpstr>
      <vt:lpstr>Especificando requisitos de diseño</vt:lpstr>
      <vt:lpstr>Directiva No ERC</vt:lpstr>
      <vt:lpstr>Directiva mascara de compilación</vt:lpstr>
      <vt:lpstr>Directivas relacionadas al PCB</vt:lpstr>
      <vt:lpstr>Compilar y verificar el diseño</vt:lpstr>
      <vt:lpstr>Documentar y agregar detalles al diseño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Captura de Esquemáticos</dc:title>
  <dc:creator>RICARDO ANDRES VELASQUEZ VELEZ</dc:creator>
  <cp:lastModifiedBy>RICARDO ANDRES VELASQUEZ VELEZ</cp:lastModifiedBy>
  <cp:revision>9</cp:revision>
  <dcterms:created xsi:type="dcterms:W3CDTF">2021-12-16T19:11:56Z</dcterms:created>
  <dcterms:modified xsi:type="dcterms:W3CDTF">2023-09-26T22:37:04Z</dcterms:modified>
</cp:coreProperties>
</file>